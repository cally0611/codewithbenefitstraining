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5" r:id="rId4"/>
  </p:sldMasterIdLst>
  <p:notesMasterIdLst>
    <p:notesMasterId r:id="rId17"/>
  </p:notesMasterIdLst>
  <p:sldIdLst>
    <p:sldId id="298" r:id="rId5"/>
    <p:sldId id="312" r:id="rId6"/>
    <p:sldId id="300" r:id="rId7"/>
    <p:sldId id="302" r:id="rId8"/>
    <p:sldId id="306" r:id="rId9"/>
    <p:sldId id="304" r:id="rId10"/>
    <p:sldId id="309" r:id="rId11"/>
    <p:sldId id="307" r:id="rId12"/>
    <p:sldId id="303" r:id="rId13"/>
    <p:sldId id="308" r:id="rId14"/>
    <p:sldId id="310" r:id="rId15"/>
    <p:sldId id="31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8" autoAdjust="0"/>
    <p:restoredTop sz="94619" autoAdjust="0"/>
  </p:normalViewPr>
  <p:slideViewPr>
    <p:cSldViewPr snapToGrid="0">
      <p:cViewPr>
        <p:scale>
          <a:sx n="70" d="100"/>
          <a:sy n="70" d="100"/>
        </p:scale>
        <p:origin x="352" y="-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1388AD-2F98-4690-BC98-14E025386EBD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7D6C9BB-4BD5-486E-9C59-60FFDB52EA05}">
      <dgm:prSet/>
      <dgm:spPr/>
      <dgm:t>
        <a:bodyPr/>
        <a:lstStyle/>
        <a:p>
          <a:r>
            <a:rPr lang="en-US" b="1"/>
            <a:t>What is NULL in SQL?</a:t>
          </a:r>
          <a:endParaRPr lang="en-US"/>
        </a:p>
      </dgm:t>
    </dgm:pt>
    <dgm:pt modelId="{9434A7E2-E05D-4BAB-B362-38A3AA577B85}" type="parTrans" cxnId="{D8BE4D1C-FCBF-403E-A70D-D2448C5CBF56}">
      <dgm:prSet/>
      <dgm:spPr/>
      <dgm:t>
        <a:bodyPr/>
        <a:lstStyle/>
        <a:p>
          <a:endParaRPr lang="en-US"/>
        </a:p>
      </dgm:t>
    </dgm:pt>
    <dgm:pt modelId="{B9E9FAD3-52D0-4A8D-8FA6-76F53111BD86}" type="sibTrans" cxnId="{D8BE4D1C-FCBF-403E-A70D-D2448C5CBF56}">
      <dgm:prSet/>
      <dgm:spPr/>
      <dgm:t>
        <a:bodyPr/>
        <a:lstStyle/>
        <a:p>
          <a:endParaRPr lang="en-US"/>
        </a:p>
      </dgm:t>
    </dgm:pt>
    <dgm:pt modelId="{F247611E-6511-4626-BA22-A258998B287B}">
      <dgm:prSet/>
      <dgm:spPr/>
      <dgm:t>
        <a:bodyPr/>
        <a:lstStyle/>
        <a:p>
          <a:r>
            <a:rPr lang="en-US"/>
            <a:t>NULL represents </a:t>
          </a:r>
          <a:r>
            <a:rPr lang="en-US" b="1"/>
            <a:t>missing, unknown, or undefined data</a:t>
          </a:r>
          <a:r>
            <a:rPr lang="en-US"/>
            <a:t> in a database.</a:t>
          </a:r>
        </a:p>
      </dgm:t>
    </dgm:pt>
    <dgm:pt modelId="{475D8678-6A9F-4C0B-9CCB-1DA21ACC712D}" type="parTrans" cxnId="{FAD99662-932E-4EAF-8CF2-6CA94077EC37}">
      <dgm:prSet/>
      <dgm:spPr/>
      <dgm:t>
        <a:bodyPr/>
        <a:lstStyle/>
        <a:p>
          <a:endParaRPr lang="en-US"/>
        </a:p>
      </dgm:t>
    </dgm:pt>
    <dgm:pt modelId="{EEC33FDD-79B3-4045-B196-7D3FCF0E9A30}" type="sibTrans" cxnId="{FAD99662-932E-4EAF-8CF2-6CA94077EC37}">
      <dgm:prSet/>
      <dgm:spPr/>
      <dgm:t>
        <a:bodyPr/>
        <a:lstStyle/>
        <a:p>
          <a:endParaRPr lang="en-US"/>
        </a:p>
      </dgm:t>
    </dgm:pt>
    <dgm:pt modelId="{75EE2F83-4C70-48AF-A8B4-E494F8EFB218}">
      <dgm:prSet/>
      <dgm:spPr/>
      <dgm:t>
        <a:bodyPr/>
        <a:lstStyle/>
        <a:p>
          <a:r>
            <a:rPr lang="en-US"/>
            <a:t>It is </a:t>
          </a:r>
          <a:r>
            <a:rPr lang="en-US" b="1"/>
            <a:t>not the same as 0, empty string, or false</a:t>
          </a:r>
          <a:r>
            <a:rPr lang="en-US"/>
            <a:t>.</a:t>
          </a:r>
        </a:p>
      </dgm:t>
    </dgm:pt>
    <dgm:pt modelId="{51617DF2-1524-422A-919E-6FDC2750115A}" type="parTrans" cxnId="{134F298D-A988-4A92-931E-3837D11A4DCB}">
      <dgm:prSet/>
      <dgm:spPr/>
      <dgm:t>
        <a:bodyPr/>
        <a:lstStyle/>
        <a:p>
          <a:endParaRPr lang="en-US"/>
        </a:p>
      </dgm:t>
    </dgm:pt>
    <dgm:pt modelId="{1298DA35-A45B-4798-8AD9-F43ED4CBA2AB}" type="sibTrans" cxnId="{134F298D-A988-4A92-931E-3837D11A4DCB}">
      <dgm:prSet/>
      <dgm:spPr/>
      <dgm:t>
        <a:bodyPr/>
        <a:lstStyle/>
        <a:p>
          <a:endParaRPr lang="en-US"/>
        </a:p>
      </dgm:t>
    </dgm:pt>
    <dgm:pt modelId="{4BDC1C2E-D7D2-4154-99B6-C810E3C6B1F5}">
      <dgm:prSet/>
      <dgm:spPr/>
      <dgm:t>
        <a:bodyPr/>
        <a:lstStyle/>
        <a:p>
          <a:r>
            <a:rPr lang="en-US"/>
            <a:t>A column can contain NULL if it is allowed</a:t>
          </a:r>
        </a:p>
      </dgm:t>
    </dgm:pt>
    <dgm:pt modelId="{E3653BC3-5A0F-4592-A5B5-6E8C2B6FF84D}" type="parTrans" cxnId="{4411C0C6-A424-4D77-AC33-5B9DDF7CD65C}">
      <dgm:prSet/>
      <dgm:spPr/>
      <dgm:t>
        <a:bodyPr/>
        <a:lstStyle/>
        <a:p>
          <a:endParaRPr lang="en-US"/>
        </a:p>
      </dgm:t>
    </dgm:pt>
    <dgm:pt modelId="{2AFA0210-300C-4B60-90EC-D9F54C08FE18}" type="sibTrans" cxnId="{4411C0C6-A424-4D77-AC33-5B9DDF7CD65C}">
      <dgm:prSet/>
      <dgm:spPr/>
      <dgm:t>
        <a:bodyPr/>
        <a:lstStyle/>
        <a:p>
          <a:endParaRPr lang="en-US"/>
        </a:p>
      </dgm:t>
    </dgm:pt>
    <dgm:pt modelId="{871767FB-0931-41D3-9B0C-04F68C7F9E11}">
      <dgm:prSet/>
      <dgm:spPr/>
      <dgm:t>
        <a:bodyPr/>
        <a:lstStyle/>
        <a:p>
          <a:r>
            <a:rPr lang="en-US" b="1"/>
            <a:t>What is NOT NULL in SQL?</a:t>
          </a:r>
          <a:endParaRPr lang="en-US"/>
        </a:p>
      </dgm:t>
    </dgm:pt>
    <dgm:pt modelId="{CC2D3D0C-FC98-4902-8821-2FE2FFFBFA36}" type="parTrans" cxnId="{12F29C47-B35C-4A58-958A-F8E6E1F786B0}">
      <dgm:prSet/>
      <dgm:spPr/>
      <dgm:t>
        <a:bodyPr/>
        <a:lstStyle/>
        <a:p>
          <a:endParaRPr lang="en-US"/>
        </a:p>
      </dgm:t>
    </dgm:pt>
    <dgm:pt modelId="{1DE0E9E4-233E-4594-8311-E85A3E5AF487}" type="sibTrans" cxnId="{12F29C47-B35C-4A58-958A-F8E6E1F786B0}">
      <dgm:prSet/>
      <dgm:spPr/>
      <dgm:t>
        <a:bodyPr/>
        <a:lstStyle/>
        <a:p>
          <a:endParaRPr lang="en-US"/>
        </a:p>
      </dgm:t>
    </dgm:pt>
    <dgm:pt modelId="{468E3A42-73C4-4AD9-9904-0684779F7999}">
      <dgm:prSet/>
      <dgm:spPr/>
      <dgm:t>
        <a:bodyPr/>
        <a:lstStyle/>
        <a:p>
          <a:r>
            <a:rPr lang="en-US"/>
            <a:t>NOT NULL is a </a:t>
          </a:r>
          <a:r>
            <a:rPr lang="en-US" b="1"/>
            <a:t>constraint</a:t>
          </a:r>
          <a:r>
            <a:rPr lang="en-US"/>
            <a:t> that ensures a column </a:t>
          </a:r>
          <a:r>
            <a:rPr lang="en-US" b="1"/>
            <a:t>must always have a value</a:t>
          </a:r>
          <a:r>
            <a:rPr lang="en-US"/>
            <a:t>.</a:t>
          </a:r>
        </a:p>
      </dgm:t>
    </dgm:pt>
    <dgm:pt modelId="{619E8C9A-E4EE-4AD6-9069-62A1F50CEA3F}" type="parTrans" cxnId="{143B56FE-1D19-479F-867D-954B47CF2DD5}">
      <dgm:prSet/>
      <dgm:spPr/>
      <dgm:t>
        <a:bodyPr/>
        <a:lstStyle/>
        <a:p>
          <a:endParaRPr lang="en-US"/>
        </a:p>
      </dgm:t>
    </dgm:pt>
    <dgm:pt modelId="{B657F00A-A9EB-43CA-BD25-7A21C25D27F4}" type="sibTrans" cxnId="{143B56FE-1D19-479F-867D-954B47CF2DD5}">
      <dgm:prSet/>
      <dgm:spPr/>
      <dgm:t>
        <a:bodyPr/>
        <a:lstStyle/>
        <a:p>
          <a:endParaRPr lang="en-US"/>
        </a:p>
      </dgm:t>
    </dgm:pt>
    <dgm:pt modelId="{E49925DC-6444-4474-8D42-115C6F7DE496}">
      <dgm:prSet/>
      <dgm:spPr/>
      <dgm:t>
        <a:bodyPr/>
        <a:lstStyle/>
        <a:p>
          <a:r>
            <a:rPr lang="en-US"/>
            <a:t>The database will </a:t>
          </a:r>
          <a:r>
            <a:rPr lang="en-US" b="1"/>
            <a:t>reject any attempt to insert a NULL</a:t>
          </a:r>
          <a:r>
            <a:rPr lang="en-US"/>
            <a:t> into that column.</a:t>
          </a:r>
        </a:p>
      </dgm:t>
    </dgm:pt>
    <dgm:pt modelId="{CDDFCC13-A25D-424B-BAAB-C3BAB0DAAE4D}" type="parTrans" cxnId="{B5C1B6B6-F59B-43FC-A41E-72608A1B25A8}">
      <dgm:prSet/>
      <dgm:spPr/>
      <dgm:t>
        <a:bodyPr/>
        <a:lstStyle/>
        <a:p>
          <a:endParaRPr lang="en-US"/>
        </a:p>
      </dgm:t>
    </dgm:pt>
    <dgm:pt modelId="{62D1D721-68D6-44CB-9705-941F7EBC2A12}" type="sibTrans" cxnId="{B5C1B6B6-F59B-43FC-A41E-72608A1B25A8}">
      <dgm:prSet/>
      <dgm:spPr/>
      <dgm:t>
        <a:bodyPr/>
        <a:lstStyle/>
        <a:p>
          <a:endParaRPr lang="en-US"/>
        </a:p>
      </dgm:t>
    </dgm:pt>
    <dgm:pt modelId="{21C1CA0E-2597-4495-8CFA-AF529898B2A4}" type="pres">
      <dgm:prSet presAssocID="{791388AD-2F98-4690-BC98-14E025386EBD}" presName="diagram" presStyleCnt="0">
        <dgm:presLayoutVars>
          <dgm:dir/>
          <dgm:resizeHandles val="exact"/>
        </dgm:presLayoutVars>
      </dgm:prSet>
      <dgm:spPr/>
    </dgm:pt>
    <dgm:pt modelId="{65019E4B-54A5-4C4F-83C0-C734E19F35F1}" type="pres">
      <dgm:prSet presAssocID="{87D6C9BB-4BD5-486E-9C59-60FFDB52EA05}" presName="node" presStyleLbl="node1" presStyleIdx="0" presStyleCnt="7">
        <dgm:presLayoutVars>
          <dgm:bulletEnabled val="1"/>
        </dgm:presLayoutVars>
      </dgm:prSet>
      <dgm:spPr/>
    </dgm:pt>
    <dgm:pt modelId="{D36C58EF-45A8-4428-B092-824362447A9A}" type="pres">
      <dgm:prSet presAssocID="{B9E9FAD3-52D0-4A8D-8FA6-76F53111BD86}" presName="sibTrans" presStyleCnt="0"/>
      <dgm:spPr/>
    </dgm:pt>
    <dgm:pt modelId="{FF5B590C-A460-44A6-84C8-E455F40D0BB2}" type="pres">
      <dgm:prSet presAssocID="{F247611E-6511-4626-BA22-A258998B287B}" presName="node" presStyleLbl="node1" presStyleIdx="1" presStyleCnt="7">
        <dgm:presLayoutVars>
          <dgm:bulletEnabled val="1"/>
        </dgm:presLayoutVars>
      </dgm:prSet>
      <dgm:spPr/>
    </dgm:pt>
    <dgm:pt modelId="{0E9B10F2-AA40-411A-8444-EFA4D36BDDE5}" type="pres">
      <dgm:prSet presAssocID="{EEC33FDD-79B3-4045-B196-7D3FCF0E9A30}" presName="sibTrans" presStyleCnt="0"/>
      <dgm:spPr/>
    </dgm:pt>
    <dgm:pt modelId="{E3991B99-4A43-4B10-B335-3D9602F2DF21}" type="pres">
      <dgm:prSet presAssocID="{75EE2F83-4C70-48AF-A8B4-E494F8EFB218}" presName="node" presStyleLbl="node1" presStyleIdx="2" presStyleCnt="7">
        <dgm:presLayoutVars>
          <dgm:bulletEnabled val="1"/>
        </dgm:presLayoutVars>
      </dgm:prSet>
      <dgm:spPr/>
    </dgm:pt>
    <dgm:pt modelId="{CAD94266-118E-4C2C-9DF7-514030FDB039}" type="pres">
      <dgm:prSet presAssocID="{1298DA35-A45B-4798-8AD9-F43ED4CBA2AB}" presName="sibTrans" presStyleCnt="0"/>
      <dgm:spPr/>
    </dgm:pt>
    <dgm:pt modelId="{DDA086CF-00E8-4847-AFDD-5726E0E420D2}" type="pres">
      <dgm:prSet presAssocID="{4BDC1C2E-D7D2-4154-99B6-C810E3C6B1F5}" presName="node" presStyleLbl="node1" presStyleIdx="3" presStyleCnt="7">
        <dgm:presLayoutVars>
          <dgm:bulletEnabled val="1"/>
        </dgm:presLayoutVars>
      </dgm:prSet>
      <dgm:spPr/>
    </dgm:pt>
    <dgm:pt modelId="{9DFFF2E5-3C48-4298-983D-0B3B212CC545}" type="pres">
      <dgm:prSet presAssocID="{2AFA0210-300C-4B60-90EC-D9F54C08FE18}" presName="sibTrans" presStyleCnt="0"/>
      <dgm:spPr/>
    </dgm:pt>
    <dgm:pt modelId="{6B505DAD-7E91-4FE4-BCAD-30AD11A8BE8D}" type="pres">
      <dgm:prSet presAssocID="{871767FB-0931-41D3-9B0C-04F68C7F9E11}" presName="node" presStyleLbl="node1" presStyleIdx="4" presStyleCnt="7">
        <dgm:presLayoutVars>
          <dgm:bulletEnabled val="1"/>
        </dgm:presLayoutVars>
      </dgm:prSet>
      <dgm:spPr/>
    </dgm:pt>
    <dgm:pt modelId="{BF415052-0AFC-4A52-AC3E-461F6F62A340}" type="pres">
      <dgm:prSet presAssocID="{1DE0E9E4-233E-4594-8311-E85A3E5AF487}" presName="sibTrans" presStyleCnt="0"/>
      <dgm:spPr/>
    </dgm:pt>
    <dgm:pt modelId="{17FC2660-AE61-4DE9-A268-9BF200295042}" type="pres">
      <dgm:prSet presAssocID="{468E3A42-73C4-4AD9-9904-0684779F7999}" presName="node" presStyleLbl="node1" presStyleIdx="5" presStyleCnt="7">
        <dgm:presLayoutVars>
          <dgm:bulletEnabled val="1"/>
        </dgm:presLayoutVars>
      </dgm:prSet>
      <dgm:spPr/>
    </dgm:pt>
    <dgm:pt modelId="{DAB8CDE6-02EB-438D-9AB4-5ABF43828B08}" type="pres">
      <dgm:prSet presAssocID="{B657F00A-A9EB-43CA-BD25-7A21C25D27F4}" presName="sibTrans" presStyleCnt="0"/>
      <dgm:spPr/>
    </dgm:pt>
    <dgm:pt modelId="{0677EA23-E5E3-43B5-B22F-C258DDF4A5C3}" type="pres">
      <dgm:prSet presAssocID="{E49925DC-6444-4474-8D42-115C6F7DE496}" presName="node" presStyleLbl="node1" presStyleIdx="6" presStyleCnt="7">
        <dgm:presLayoutVars>
          <dgm:bulletEnabled val="1"/>
        </dgm:presLayoutVars>
      </dgm:prSet>
      <dgm:spPr/>
    </dgm:pt>
  </dgm:ptLst>
  <dgm:cxnLst>
    <dgm:cxn modelId="{FE0B4F0C-78B1-480C-AC30-14C140DCD832}" type="presOf" srcId="{E49925DC-6444-4474-8D42-115C6F7DE496}" destId="{0677EA23-E5E3-43B5-B22F-C258DDF4A5C3}" srcOrd="0" destOrd="0" presId="urn:microsoft.com/office/officeart/2005/8/layout/default"/>
    <dgm:cxn modelId="{F125DA12-571A-44D0-87F5-8D6A353652BE}" type="presOf" srcId="{87D6C9BB-4BD5-486E-9C59-60FFDB52EA05}" destId="{65019E4B-54A5-4C4F-83C0-C734E19F35F1}" srcOrd="0" destOrd="0" presId="urn:microsoft.com/office/officeart/2005/8/layout/default"/>
    <dgm:cxn modelId="{D8BE4D1C-FCBF-403E-A70D-D2448C5CBF56}" srcId="{791388AD-2F98-4690-BC98-14E025386EBD}" destId="{87D6C9BB-4BD5-486E-9C59-60FFDB52EA05}" srcOrd="0" destOrd="0" parTransId="{9434A7E2-E05D-4BAB-B362-38A3AA577B85}" sibTransId="{B9E9FAD3-52D0-4A8D-8FA6-76F53111BD86}"/>
    <dgm:cxn modelId="{3EA09C35-FA4E-47EB-BEB4-3084F273A5A5}" type="presOf" srcId="{791388AD-2F98-4690-BC98-14E025386EBD}" destId="{21C1CA0E-2597-4495-8CFA-AF529898B2A4}" srcOrd="0" destOrd="0" presId="urn:microsoft.com/office/officeart/2005/8/layout/default"/>
    <dgm:cxn modelId="{FAD99662-932E-4EAF-8CF2-6CA94077EC37}" srcId="{791388AD-2F98-4690-BC98-14E025386EBD}" destId="{F247611E-6511-4626-BA22-A258998B287B}" srcOrd="1" destOrd="0" parTransId="{475D8678-6A9F-4C0B-9CCB-1DA21ACC712D}" sibTransId="{EEC33FDD-79B3-4045-B196-7D3FCF0E9A30}"/>
    <dgm:cxn modelId="{E18A8665-AFB0-494C-8D8C-A23AF148D568}" type="presOf" srcId="{871767FB-0931-41D3-9B0C-04F68C7F9E11}" destId="{6B505DAD-7E91-4FE4-BCAD-30AD11A8BE8D}" srcOrd="0" destOrd="0" presId="urn:microsoft.com/office/officeart/2005/8/layout/default"/>
    <dgm:cxn modelId="{12F29C47-B35C-4A58-958A-F8E6E1F786B0}" srcId="{791388AD-2F98-4690-BC98-14E025386EBD}" destId="{871767FB-0931-41D3-9B0C-04F68C7F9E11}" srcOrd="4" destOrd="0" parTransId="{CC2D3D0C-FC98-4902-8821-2FE2FFFBFA36}" sibTransId="{1DE0E9E4-233E-4594-8311-E85A3E5AF487}"/>
    <dgm:cxn modelId="{134F298D-A988-4A92-931E-3837D11A4DCB}" srcId="{791388AD-2F98-4690-BC98-14E025386EBD}" destId="{75EE2F83-4C70-48AF-A8B4-E494F8EFB218}" srcOrd="2" destOrd="0" parTransId="{51617DF2-1524-422A-919E-6FDC2750115A}" sibTransId="{1298DA35-A45B-4798-8AD9-F43ED4CBA2AB}"/>
    <dgm:cxn modelId="{151EEF8D-86F0-470E-9BD7-6619A0DDA669}" type="presOf" srcId="{75EE2F83-4C70-48AF-A8B4-E494F8EFB218}" destId="{E3991B99-4A43-4B10-B335-3D9602F2DF21}" srcOrd="0" destOrd="0" presId="urn:microsoft.com/office/officeart/2005/8/layout/default"/>
    <dgm:cxn modelId="{95859097-BB02-4582-B7D1-AF0CB33DF089}" type="presOf" srcId="{F247611E-6511-4626-BA22-A258998B287B}" destId="{FF5B590C-A460-44A6-84C8-E455F40D0BB2}" srcOrd="0" destOrd="0" presId="urn:microsoft.com/office/officeart/2005/8/layout/default"/>
    <dgm:cxn modelId="{3B38C0A1-9CC6-42BB-AC53-DE63BD554C86}" type="presOf" srcId="{468E3A42-73C4-4AD9-9904-0684779F7999}" destId="{17FC2660-AE61-4DE9-A268-9BF200295042}" srcOrd="0" destOrd="0" presId="urn:microsoft.com/office/officeart/2005/8/layout/default"/>
    <dgm:cxn modelId="{B5C1B6B6-F59B-43FC-A41E-72608A1B25A8}" srcId="{791388AD-2F98-4690-BC98-14E025386EBD}" destId="{E49925DC-6444-4474-8D42-115C6F7DE496}" srcOrd="6" destOrd="0" parTransId="{CDDFCC13-A25D-424B-BAAB-C3BAB0DAAE4D}" sibTransId="{62D1D721-68D6-44CB-9705-941F7EBC2A12}"/>
    <dgm:cxn modelId="{4411C0C6-A424-4D77-AC33-5B9DDF7CD65C}" srcId="{791388AD-2F98-4690-BC98-14E025386EBD}" destId="{4BDC1C2E-D7D2-4154-99B6-C810E3C6B1F5}" srcOrd="3" destOrd="0" parTransId="{E3653BC3-5A0F-4592-A5B5-6E8C2B6FF84D}" sibTransId="{2AFA0210-300C-4B60-90EC-D9F54C08FE18}"/>
    <dgm:cxn modelId="{CFB9C6F3-FDE0-4A47-955F-F4132074E3DE}" type="presOf" srcId="{4BDC1C2E-D7D2-4154-99B6-C810E3C6B1F5}" destId="{DDA086CF-00E8-4847-AFDD-5726E0E420D2}" srcOrd="0" destOrd="0" presId="urn:microsoft.com/office/officeart/2005/8/layout/default"/>
    <dgm:cxn modelId="{143B56FE-1D19-479F-867D-954B47CF2DD5}" srcId="{791388AD-2F98-4690-BC98-14E025386EBD}" destId="{468E3A42-73C4-4AD9-9904-0684779F7999}" srcOrd="5" destOrd="0" parTransId="{619E8C9A-E4EE-4AD6-9069-62A1F50CEA3F}" sibTransId="{B657F00A-A9EB-43CA-BD25-7A21C25D27F4}"/>
    <dgm:cxn modelId="{DBFFCD05-6E12-480B-A484-EC151ABDC754}" type="presParOf" srcId="{21C1CA0E-2597-4495-8CFA-AF529898B2A4}" destId="{65019E4B-54A5-4C4F-83C0-C734E19F35F1}" srcOrd="0" destOrd="0" presId="urn:microsoft.com/office/officeart/2005/8/layout/default"/>
    <dgm:cxn modelId="{A20492F1-8394-448B-B9FD-48FDEF1DE9E4}" type="presParOf" srcId="{21C1CA0E-2597-4495-8CFA-AF529898B2A4}" destId="{D36C58EF-45A8-4428-B092-824362447A9A}" srcOrd="1" destOrd="0" presId="urn:microsoft.com/office/officeart/2005/8/layout/default"/>
    <dgm:cxn modelId="{EB6C05AE-8A7B-41BB-909A-011F57DE6B6A}" type="presParOf" srcId="{21C1CA0E-2597-4495-8CFA-AF529898B2A4}" destId="{FF5B590C-A460-44A6-84C8-E455F40D0BB2}" srcOrd="2" destOrd="0" presId="urn:microsoft.com/office/officeart/2005/8/layout/default"/>
    <dgm:cxn modelId="{23FC82E4-511B-4D94-B6FC-07808E119E35}" type="presParOf" srcId="{21C1CA0E-2597-4495-8CFA-AF529898B2A4}" destId="{0E9B10F2-AA40-411A-8444-EFA4D36BDDE5}" srcOrd="3" destOrd="0" presId="urn:microsoft.com/office/officeart/2005/8/layout/default"/>
    <dgm:cxn modelId="{8F1B1059-4D49-4365-A1A5-BC5E7AD309A8}" type="presParOf" srcId="{21C1CA0E-2597-4495-8CFA-AF529898B2A4}" destId="{E3991B99-4A43-4B10-B335-3D9602F2DF21}" srcOrd="4" destOrd="0" presId="urn:microsoft.com/office/officeart/2005/8/layout/default"/>
    <dgm:cxn modelId="{2116A64A-2F9B-4B38-9FFB-FF7A31A7E092}" type="presParOf" srcId="{21C1CA0E-2597-4495-8CFA-AF529898B2A4}" destId="{CAD94266-118E-4C2C-9DF7-514030FDB039}" srcOrd="5" destOrd="0" presId="urn:microsoft.com/office/officeart/2005/8/layout/default"/>
    <dgm:cxn modelId="{50F2585B-F702-4A0B-A6A0-CA5723E62E90}" type="presParOf" srcId="{21C1CA0E-2597-4495-8CFA-AF529898B2A4}" destId="{DDA086CF-00E8-4847-AFDD-5726E0E420D2}" srcOrd="6" destOrd="0" presId="urn:microsoft.com/office/officeart/2005/8/layout/default"/>
    <dgm:cxn modelId="{1134ED73-314B-4379-8040-8B59B9F18ACD}" type="presParOf" srcId="{21C1CA0E-2597-4495-8CFA-AF529898B2A4}" destId="{9DFFF2E5-3C48-4298-983D-0B3B212CC545}" srcOrd="7" destOrd="0" presId="urn:microsoft.com/office/officeart/2005/8/layout/default"/>
    <dgm:cxn modelId="{772D0C98-5BAE-4C4D-9F7F-B0BEBC3C2F2D}" type="presParOf" srcId="{21C1CA0E-2597-4495-8CFA-AF529898B2A4}" destId="{6B505DAD-7E91-4FE4-BCAD-30AD11A8BE8D}" srcOrd="8" destOrd="0" presId="urn:microsoft.com/office/officeart/2005/8/layout/default"/>
    <dgm:cxn modelId="{5344CFFB-E0D0-45FA-9EEF-384C04EC0475}" type="presParOf" srcId="{21C1CA0E-2597-4495-8CFA-AF529898B2A4}" destId="{BF415052-0AFC-4A52-AC3E-461F6F62A340}" srcOrd="9" destOrd="0" presId="urn:microsoft.com/office/officeart/2005/8/layout/default"/>
    <dgm:cxn modelId="{EAC9A504-4508-4994-B874-FB4785C50CCC}" type="presParOf" srcId="{21C1CA0E-2597-4495-8CFA-AF529898B2A4}" destId="{17FC2660-AE61-4DE9-A268-9BF200295042}" srcOrd="10" destOrd="0" presId="urn:microsoft.com/office/officeart/2005/8/layout/default"/>
    <dgm:cxn modelId="{64D3CA21-BB90-475C-A366-8F2147FD2F39}" type="presParOf" srcId="{21C1CA0E-2597-4495-8CFA-AF529898B2A4}" destId="{DAB8CDE6-02EB-438D-9AB4-5ABF43828B08}" srcOrd="11" destOrd="0" presId="urn:microsoft.com/office/officeart/2005/8/layout/default"/>
    <dgm:cxn modelId="{DBA4EA9C-9DFB-4401-880E-AE8771BBE0DC}" type="presParOf" srcId="{21C1CA0E-2597-4495-8CFA-AF529898B2A4}" destId="{0677EA23-E5E3-43B5-B22F-C258DDF4A5C3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9AB97E-BB48-4E4E-8E3C-D642DEB99F3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B3D49C-D238-4FDF-B73F-4435B2824579}">
      <dgm:prSet/>
      <dgm:spPr>
        <a:solidFill>
          <a:srgbClr val="92D050"/>
        </a:solidFill>
      </dgm:spPr>
      <dgm:t>
        <a:bodyPr/>
        <a:lstStyle/>
        <a:p>
          <a:r>
            <a:rPr lang="en-MY" dirty="0"/>
            <a:t>Student / School Domain</a:t>
          </a:r>
          <a:endParaRPr lang="en-US" dirty="0"/>
        </a:p>
      </dgm:t>
    </dgm:pt>
    <dgm:pt modelId="{1BCFFAEC-F536-4711-AFA4-4816CED0805D}" type="parTrans" cxnId="{A3C25A0C-9FA2-4D9C-925C-CE3D7F3DFAC0}">
      <dgm:prSet/>
      <dgm:spPr/>
      <dgm:t>
        <a:bodyPr/>
        <a:lstStyle/>
        <a:p>
          <a:endParaRPr lang="en-US"/>
        </a:p>
      </dgm:t>
    </dgm:pt>
    <dgm:pt modelId="{ABFB151F-307E-4200-B5C9-2BA7C481E886}" type="sibTrans" cxnId="{A3C25A0C-9FA2-4D9C-925C-CE3D7F3DFAC0}">
      <dgm:prSet/>
      <dgm:spPr/>
      <dgm:t>
        <a:bodyPr/>
        <a:lstStyle/>
        <a:p>
          <a:endParaRPr lang="en-US"/>
        </a:p>
      </dgm:t>
    </dgm:pt>
    <dgm:pt modelId="{FFEFC6C6-5189-4D04-8150-E5BB9E1380FD}">
      <dgm:prSet/>
      <dgm:spPr/>
      <dgm:t>
        <a:bodyPr/>
        <a:lstStyle/>
        <a:p>
          <a:r>
            <a:rPr lang="en-MY" dirty="0"/>
            <a:t>Employee / Company Domain</a:t>
          </a:r>
          <a:endParaRPr lang="en-US" dirty="0"/>
        </a:p>
      </dgm:t>
    </dgm:pt>
    <dgm:pt modelId="{9CBA744E-8595-4408-A1E1-FBE5DECDFDAC}" type="parTrans" cxnId="{75F9B63A-3D42-4D20-8CB6-C5CC1BE2E44A}">
      <dgm:prSet/>
      <dgm:spPr/>
      <dgm:t>
        <a:bodyPr/>
        <a:lstStyle/>
        <a:p>
          <a:endParaRPr lang="en-US"/>
        </a:p>
      </dgm:t>
    </dgm:pt>
    <dgm:pt modelId="{F9CE6A4B-C20D-4742-BE81-68D6B0DB3E74}" type="sibTrans" cxnId="{75F9B63A-3D42-4D20-8CB6-C5CC1BE2E44A}">
      <dgm:prSet/>
      <dgm:spPr/>
      <dgm:t>
        <a:bodyPr/>
        <a:lstStyle/>
        <a:p>
          <a:endParaRPr lang="en-US"/>
        </a:p>
      </dgm:t>
    </dgm:pt>
    <dgm:pt modelId="{77882919-7232-466D-AF7E-EDC5FE766F78}">
      <dgm:prSet/>
      <dgm:spPr>
        <a:solidFill>
          <a:srgbClr val="92D050"/>
        </a:solidFill>
      </dgm:spPr>
      <dgm:t>
        <a:bodyPr/>
        <a:lstStyle/>
        <a:p>
          <a:r>
            <a:rPr lang="en-MY" dirty="0"/>
            <a:t>Health / Clinic Domain</a:t>
          </a:r>
          <a:endParaRPr lang="en-US" dirty="0"/>
        </a:p>
      </dgm:t>
    </dgm:pt>
    <dgm:pt modelId="{3572E106-8DD0-4D6C-BFC3-5E19494E627E}" type="parTrans" cxnId="{BC799142-35C6-4CD6-A564-A6B1883AE811}">
      <dgm:prSet/>
      <dgm:spPr/>
      <dgm:t>
        <a:bodyPr/>
        <a:lstStyle/>
        <a:p>
          <a:endParaRPr lang="en-US"/>
        </a:p>
      </dgm:t>
    </dgm:pt>
    <dgm:pt modelId="{D2FFEAA9-F872-4760-86BC-0A081D25FF11}" type="sibTrans" cxnId="{BC799142-35C6-4CD6-A564-A6B1883AE811}">
      <dgm:prSet/>
      <dgm:spPr/>
      <dgm:t>
        <a:bodyPr/>
        <a:lstStyle/>
        <a:p>
          <a:endParaRPr lang="en-US"/>
        </a:p>
      </dgm:t>
    </dgm:pt>
    <dgm:pt modelId="{A4BABDFC-5EA1-4FBD-86CA-982EE885D4E7}">
      <dgm:prSet/>
      <dgm:spPr>
        <a:solidFill>
          <a:srgbClr val="92D050"/>
        </a:solidFill>
      </dgm:spPr>
      <dgm:t>
        <a:bodyPr/>
        <a:lstStyle/>
        <a:p>
          <a:r>
            <a:rPr lang="en-MY" dirty="0"/>
            <a:t>Social Media / Users</a:t>
          </a:r>
          <a:endParaRPr lang="en-US" dirty="0"/>
        </a:p>
      </dgm:t>
    </dgm:pt>
    <dgm:pt modelId="{708D4DA4-DF5F-470E-A197-7FBF6B8EC1B7}" type="parTrans" cxnId="{C483FBB5-0C6F-4E7A-9E25-86E87972C362}">
      <dgm:prSet/>
      <dgm:spPr/>
      <dgm:t>
        <a:bodyPr/>
        <a:lstStyle/>
        <a:p>
          <a:endParaRPr lang="en-US"/>
        </a:p>
      </dgm:t>
    </dgm:pt>
    <dgm:pt modelId="{B61EC09F-7DA4-4D91-BEF1-E59A1583EEBE}" type="sibTrans" cxnId="{C483FBB5-0C6F-4E7A-9E25-86E87972C362}">
      <dgm:prSet/>
      <dgm:spPr/>
      <dgm:t>
        <a:bodyPr/>
        <a:lstStyle/>
        <a:p>
          <a:endParaRPr lang="en-US"/>
        </a:p>
      </dgm:t>
    </dgm:pt>
    <dgm:pt modelId="{17CF18C0-5E3E-4837-A2AC-35CBE43D3753}">
      <dgm:prSet/>
      <dgm:spPr/>
      <dgm:t>
        <a:bodyPr/>
        <a:lstStyle/>
        <a:p>
          <a:r>
            <a:rPr lang="en-MY" dirty="0"/>
            <a:t>Manufacturing </a:t>
          </a:r>
          <a:endParaRPr lang="en-US" dirty="0"/>
        </a:p>
      </dgm:t>
    </dgm:pt>
    <dgm:pt modelId="{B109E881-4F51-4A34-A56E-8F57A1E81695}" type="parTrans" cxnId="{A3D307E7-87E8-4CC0-B934-22BC4D50B480}">
      <dgm:prSet/>
      <dgm:spPr/>
      <dgm:t>
        <a:bodyPr/>
        <a:lstStyle/>
        <a:p>
          <a:endParaRPr lang="en-US"/>
        </a:p>
      </dgm:t>
    </dgm:pt>
    <dgm:pt modelId="{4D79480A-C83E-42C4-ACDA-380FCBEC7D84}" type="sibTrans" cxnId="{A3D307E7-87E8-4CC0-B934-22BC4D50B480}">
      <dgm:prSet/>
      <dgm:spPr/>
      <dgm:t>
        <a:bodyPr/>
        <a:lstStyle/>
        <a:p>
          <a:endParaRPr lang="en-US"/>
        </a:p>
      </dgm:t>
    </dgm:pt>
    <dgm:pt modelId="{9EF174C0-87F4-4811-88C5-5630CF5129EB}">
      <dgm:prSet/>
      <dgm:spPr/>
      <dgm:t>
        <a:bodyPr/>
        <a:lstStyle/>
        <a:p>
          <a:r>
            <a:rPr lang="en-MY"/>
            <a:t>Warehouse</a:t>
          </a:r>
          <a:endParaRPr lang="en-US"/>
        </a:p>
      </dgm:t>
    </dgm:pt>
    <dgm:pt modelId="{E2F2AD72-F12A-4AB3-A01F-6396F4F2900B}" type="parTrans" cxnId="{67AAA932-DAE9-4C8F-8AE5-D077940C914A}">
      <dgm:prSet/>
      <dgm:spPr/>
      <dgm:t>
        <a:bodyPr/>
        <a:lstStyle/>
        <a:p>
          <a:endParaRPr lang="en-US"/>
        </a:p>
      </dgm:t>
    </dgm:pt>
    <dgm:pt modelId="{210C19F8-C03D-47E2-B043-D7DFEBC02174}" type="sibTrans" cxnId="{67AAA932-DAE9-4C8F-8AE5-D077940C914A}">
      <dgm:prSet/>
      <dgm:spPr/>
      <dgm:t>
        <a:bodyPr/>
        <a:lstStyle/>
        <a:p>
          <a:endParaRPr lang="en-US"/>
        </a:p>
      </dgm:t>
    </dgm:pt>
    <dgm:pt modelId="{996FF198-C09D-49D6-B1E7-5ADDAEF920B0}">
      <dgm:prSet/>
      <dgm:spPr/>
      <dgm:t>
        <a:bodyPr/>
        <a:lstStyle/>
        <a:p>
          <a:r>
            <a:rPr lang="en-MY"/>
            <a:t>Bank Accounts</a:t>
          </a:r>
          <a:endParaRPr lang="en-US"/>
        </a:p>
      </dgm:t>
    </dgm:pt>
    <dgm:pt modelId="{9C745D29-12DC-4387-99A0-4F32E5E71505}" type="parTrans" cxnId="{55D095B1-8DD9-4F6E-9671-55DB8CBB777A}">
      <dgm:prSet/>
      <dgm:spPr/>
      <dgm:t>
        <a:bodyPr/>
        <a:lstStyle/>
        <a:p>
          <a:endParaRPr lang="en-US"/>
        </a:p>
      </dgm:t>
    </dgm:pt>
    <dgm:pt modelId="{AF02CE1B-E353-4125-AFA1-5084B8483639}" type="sibTrans" cxnId="{55D095B1-8DD9-4F6E-9671-55DB8CBB777A}">
      <dgm:prSet/>
      <dgm:spPr/>
      <dgm:t>
        <a:bodyPr/>
        <a:lstStyle/>
        <a:p>
          <a:endParaRPr lang="en-US"/>
        </a:p>
      </dgm:t>
    </dgm:pt>
    <dgm:pt modelId="{4230CB16-8F19-4472-94F7-20DB7B9CF872}">
      <dgm:prSet/>
      <dgm:spPr>
        <a:solidFill>
          <a:srgbClr val="92D050"/>
        </a:solidFill>
      </dgm:spPr>
      <dgm:t>
        <a:bodyPr/>
        <a:lstStyle/>
        <a:p>
          <a:r>
            <a:rPr lang="en-MY" dirty="0"/>
            <a:t>Transactions</a:t>
          </a:r>
          <a:endParaRPr lang="en-US" dirty="0"/>
        </a:p>
      </dgm:t>
    </dgm:pt>
    <dgm:pt modelId="{BF7C3442-B150-4BA9-9AB2-02988A37FD19}" type="parTrans" cxnId="{80001658-2AE6-4084-BBEA-99A9751C544E}">
      <dgm:prSet/>
      <dgm:spPr/>
      <dgm:t>
        <a:bodyPr/>
        <a:lstStyle/>
        <a:p>
          <a:endParaRPr lang="en-US"/>
        </a:p>
      </dgm:t>
    </dgm:pt>
    <dgm:pt modelId="{AC22E206-FC13-49D7-A70B-2CA2CE853492}" type="sibTrans" cxnId="{80001658-2AE6-4084-BBEA-99A9751C544E}">
      <dgm:prSet/>
      <dgm:spPr/>
      <dgm:t>
        <a:bodyPr/>
        <a:lstStyle/>
        <a:p>
          <a:endParaRPr lang="en-US"/>
        </a:p>
      </dgm:t>
    </dgm:pt>
    <dgm:pt modelId="{9FB74407-BC51-4877-B889-CBC6CD850981}">
      <dgm:prSet/>
      <dgm:spPr>
        <a:solidFill>
          <a:srgbClr val="92D050"/>
        </a:solidFill>
      </dgm:spPr>
      <dgm:t>
        <a:bodyPr/>
        <a:lstStyle/>
        <a:p>
          <a:r>
            <a:rPr lang="en-MY" dirty="0"/>
            <a:t>Loans</a:t>
          </a:r>
          <a:endParaRPr lang="en-US" dirty="0"/>
        </a:p>
      </dgm:t>
    </dgm:pt>
    <dgm:pt modelId="{81D8170F-9AD5-4522-8833-F844A98D5CFD}" type="parTrans" cxnId="{A35F80D3-F851-4B84-AABE-8AF90274512F}">
      <dgm:prSet/>
      <dgm:spPr/>
      <dgm:t>
        <a:bodyPr/>
        <a:lstStyle/>
        <a:p>
          <a:endParaRPr lang="en-US"/>
        </a:p>
      </dgm:t>
    </dgm:pt>
    <dgm:pt modelId="{9218EF37-C931-4952-AC57-25EC8908E0D5}" type="sibTrans" cxnId="{A35F80D3-F851-4B84-AABE-8AF90274512F}">
      <dgm:prSet/>
      <dgm:spPr/>
      <dgm:t>
        <a:bodyPr/>
        <a:lstStyle/>
        <a:p>
          <a:endParaRPr lang="en-US"/>
        </a:p>
      </dgm:t>
    </dgm:pt>
    <dgm:pt modelId="{94853953-DC49-40D7-ADE7-36708A8FC02C}">
      <dgm:prSet/>
      <dgm:spPr>
        <a:solidFill>
          <a:srgbClr val="92D050"/>
        </a:solidFill>
      </dgm:spPr>
      <dgm:t>
        <a:bodyPr/>
        <a:lstStyle/>
        <a:p>
          <a:r>
            <a:rPr lang="en-MY" dirty="0"/>
            <a:t>Credit Cards</a:t>
          </a:r>
          <a:endParaRPr lang="en-US" dirty="0"/>
        </a:p>
      </dgm:t>
    </dgm:pt>
    <dgm:pt modelId="{C663D3C0-2D54-4579-9E1E-67D736BCB7E6}" type="parTrans" cxnId="{CD7330CA-5B93-48E5-A599-736A1A41C2A0}">
      <dgm:prSet/>
      <dgm:spPr/>
      <dgm:t>
        <a:bodyPr/>
        <a:lstStyle/>
        <a:p>
          <a:endParaRPr lang="en-US"/>
        </a:p>
      </dgm:t>
    </dgm:pt>
    <dgm:pt modelId="{ACEEE26E-5A78-411A-A8B9-CBC34866DFD8}" type="sibTrans" cxnId="{CD7330CA-5B93-48E5-A599-736A1A41C2A0}">
      <dgm:prSet/>
      <dgm:spPr/>
      <dgm:t>
        <a:bodyPr/>
        <a:lstStyle/>
        <a:p>
          <a:endParaRPr lang="en-US"/>
        </a:p>
      </dgm:t>
    </dgm:pt>
    <dgm:pt modelId="{98D7AD08-E47A-4834-B8C8-8957CCEC1163}">
      <dgm:prSet/>
      <dgm:spPr>
        <a:solidFill>
          <a:srgbClr val="92D050"/>
        </a:solidFill>
      </dgm:spPr>
      <dgm:t>
        <a:bodyPr/>
        <a:lstStyle/>
        <a:p>
          <a:r>
            <a:rPr lang="en-MY" dirty="0"/>
            <a:t>Income</a:t>
          </a:r>
          <a:endParaRPr lang="en-US" dirty="0"/>
        </a:p>
      </dgm:t>
    </dgm:pt>
    <dgm:pt modelId="{D30B5F1F-1F70-402D-8101-93269E60D05A}" type="parTrans" cxnId="{26174E31-9A29-48F9-9417-F0E151DE9F57}">
      <dgm:prSet/>
      <dgm:spPr/>
      <dgm:t>
        <a:bodyPr/>
        <a:lstStyle/>
        <a:p>
          <a:endParaRPr lang="en-US"/>
        </a:p>
      </dgm:t>
    </dgm:pt>
    <dgm:pt modelId="{4F38807D-62AB-410A-8588-D64A96399279}" type="sibTrans" cxnId="{26174E31-9A29-48F9-9417-F0E151DE9F57}">
      <dgm:prSet/>
      <dgm:spPr/>
      <dgm:t>
        <a:bodyPr/>
        <a:lstStyle/>
        <a:p>
          <a:endParaRPr lang="en-US"/>
        </a:p>
      </dgm:t>
    </dgm:pt>
    <dgm:pt modelId="{D1C62C37-0DF9-4E94-AA94-2A7A2B92CAC5}">
      <dgm:prSet/>
      <dgm:spPr/>
      <dgm:t>
        <a:bodyPr/>
        <a:lstStyle/>
        <a:p>
          <a:r>
            <a:rPr lang="en-MY" dirty="0"/>
            <a:t>Drilling Operations</a:t>
          </a:r>
          <a:endParaRPr lang="en-US" dirty="0"/>
        </a:p>
      </dgm:t>
    </dgm:pt>
    <dgm:pt modelId="{92B6DC41-9F3F-4D54-9CE9-089BF04E7152}" type="parTrans" cxnId="{9650177A-B465-4912-BA50-86D70E7FAEE0}">
      <dgm:prSet/>
      <dgm:spPr/>
      <dgm:t>
        <a:bodyPr/>
        <a:lstStyle/>
        <a:p>
          <a:endParaRPr lang="en-US"/>
        </a:p>
      </dgm:t>
    </dgm:pt>
    <dgm:pt modelId="{04C5B566-A62B-41A1-A163-9039D44D9309}" type="sibTrans" cxnId="{9650177A-B465-4912-BA50-86D70E7FAEE0}">
      <dgm:prSet/>
      <dgm:spPr/>
      <dgm:t>
        <a:bodyPr/>
        <a:lstStyle/>
        <a:p>
          <a:endParaRPr lang="en-US"/>
        </a:p>
      </dgm:t>
    </dgm:pt>
    <dgm:pt modelId="{62B6FA40-AEFC-4209-B8E0-FBCDA85C0A9B}">
      <dgm:prSet/>
      <dgm:spPr/>
      <dgm:t>
        <a:bodyPr/>
        <a:lstStyle/>
        <a:p>
          <a:r>
            <a:rPr lang="en-MY" dirty="0"/>
            <a:t>Health, Safety &amp; Environment (HSE)</a:t>
          </a:r>
          <a:endParaRPr lang="en-US" dirty="0"/>
        </a:p>
      </dgm:t>
    </dgm:pt>
    <dgm:pt modelId="{8E79A77A-EBFA-4B80-9535-4E6562487DDC}" type="parTrans" cxnId="{FCBE22F3-44F2-4EDE-93EF-2E7255C47621}">
      <dgm:prSet/>
      <dgm:spPr/>
      <dgm:t>
        <a:bodyPr/>
        <a:lstStyle/>
        <a:p>
          <a:endParaRPr lang="en-US"/>
        </a:p>
      </dgm:t>
    </dgm:pt>
    <dgm:pt modelId="{BFAFBFC9-BD5D-4FDE-B707-A12CA0EAC90E}" type="sibTrans" cxnId="{FCBE22F3-44F2-4EDE-93EF-2E7255C47621}">
      <dgm:prSet/>
      <dgm:spPr/>
      <dgm:t>
        <a:bodyPr/>
        <a:lstStyle/>
        <a:p>
          <a:endParaRPr lang="en-US"/>
        </a:p>
      </dgm:t>
    </dgm:pt>
    <dgm:pt modelId="{4173DAC4-E990-4D20-A6E6-427DC588CF37}">
      <dgm:prSet/>
      <dgm:spPr/>
      <dgm:t>
        <a:bodyPr/>
        <a:lstStyle/>
        <a:p>
          <a:r>
            <a:rPr lang="en-US" dirty="0"/>
            <a:t>IoT Device</a:t>
          </a:r>
        </a:p>
      </dgm:t>
    </dgm:pt>
    <dgm:pt modelId="{927DD983-BDC8-43F9-A28A-AEEC9A7FBBCD}" type="parTrans" cxnId="{8FD6F92A-EC6D-4A7B-BB97-8A3515F646CB}">
      <dgm:prSet/>
      <dgm:spPr/>
      <dgm:t>
        <a:bodyPr/>
        <a:lstStyle/>
        <a:p>
          <a:endParaRPr lang="en-MY"/>
        </a:p>
      </dgm:t>
    </dgm:pt>
    <dgm:pt modelId="{16694C93-BD12-4FA1-BD98-DDE3BF232121}" type="sibTrans" cxnId="{8FD6F92A-EC6D-4A7B-BB97-8A3515F646CB}">
      <dgm:prSet/>
      <dgm:spPr/>
      <dgm:t>
        <a:bodyPr/>
        <a:lstStyle/>
        <a:p>
          <a:endParaRPr lang="en-MY"/>
        </a:p>
      </dgm:t>
    </dgm:pt>
    <dgm:pt modelId="{67D83B14-1F6C-4BFF-AB4C-BFC95F181089}">
      <dgm:prSet/>
      <dgm:spPr/>
      <dgm:t>
        <a:bodyPr/>
        <a:lstStyle/>
        <a:p>
          <a:r>
            <a:rPr lang="en-US"/>
            <a:t>Parking</a:t>
          </a:r>
          <a:endParaRPr lang="en-US" dirty="0"/>
        </a:p>
      </dgm:t>
    </dgm:pt>
    <dgm:pt modelId="{5691258D-4AEC-46C8-BAB0-6C09A3F54A1A}" type="parTrans" cxnId="{925AAD99-54EB-4B03-BE0A-263FB5A1BBEA}">
      <dgm:prSet/>
      <dgm:spPr/>
      <dgm:t>
        <a:bodyPr/>
        <a:lstStyle/>
        <a:p>
          <a:endParaRPr lang="en-MY"/>
        </a:p>
      </dgm:t>
    </dgm:pt>
    <dgm:pt modelId="{306D8BE9-74C9-4AD1-AC54-4AE0638489BC}" type="sibTrans" cxnId="{925AAD99-54EB-4B03-BE0A-263FB5A1BBEA}">
      <dgm:prSet/>
      <dgm:spPr/>
      <dgm:t>
        <a:bodyPr/>
        <a:lstStyle/>
        <a:p>
          <a:endParaRPr lang="en-MY"/>
        </a:p>
      </dgm:t>
    </dgm:pt>
    <dgm:pt modelId="{9E9F44E4-18E4-488C-B5F7-544B9632E015}" type="pres">
      <dgm:prSet presAssocID="{1F9AB97E-BB48-4E4E-8E3C-D642DEB99F30}" presName="diagram" presStyleCnt="0">
        <dgm:presLayoutVars>
          <dgm:dir/>
          <dgm:resizeHandles val="exact"/>
        </dgm:presLayoutVars>
      </dgm:prSet>
      <dgm:spPr/>
    </dgm:pt>
    <dgm:pt modelId="{54F4C797-5E45-45AD-890E-79C360B36FDE}" type="pres">
      <dgm:prSet presAssocID="{EDB3D49C-D238-4FDF-B73F-4435B2824579}" presName="node" presStyleLbl="node1" presStyleIdx="0" presStyleCnt="15">
        <dgm:presLayoutVars>
          <dgm:bulletEnabled val="1"/>
        </dgm:presLayoutVars>
      </dgm:prSet>
      <dgm:spPr/>
    </dgm:pt>
    <dgm:pt modelId="{8CA88E77-62E1-4E6A-9AC6-C3D991B052D2}" type="pres">
      <dgm:prSet presAssocID="{ABFB151F-307E-4200-B5C9-2BA7C481E886}" presName="sibTrans" presStyleCnt="0"/>
      <dgm:spPr/>
    </dgm:pt>
    <dgm:pt modelId="{26309D46-2F65-4B11-83E1-39300A86D132}" type="pres">
      <dgm:prSet presAssocID="{FFEFC6C6-5189-4D04-8150-E5BB9E1380FD}" presName="node" presStyleLbl="node1" presStyleIdx="1" presStyleCnt="15">
        <dgm:presLayoutVars>
          <dgm:bulletEnabled val="1"/>
        </dgm:presLayoutVars>
      </dgm:prSet>
      <dgm:spPr/>
    </dgm:pt>
    <dgm:pt modelId="{69D0728F-FD14-4B6E-97A9-882CD373F54F}" type="pres">
      <dgm:prSet presAssocID="{F9CE6A4B-C20D-4742-BE81-68D6B0DB3E74}" presName="sibTrans" presStyleCnt="0"/>
      <dgm:spPr/>
    </dgm:pt>
    <dgm:pt modelId="{F421B165-5909-4FB7-801E-809A1F1252F8}" type="pres">
      <dgm:prSet presAssocID="{77882919-7232-466D-AF7E-EDC5FE766F78}" presName="node" presStyleLbl="node1" presStyleIdx="2" presStyleCnt="15">
        <dgm:presLayoutVars>
          <dgm:bulletEnabled val="1"/>
        </dgm:presLayoutVars>
      </dgm:prSet>
      <dgm:spPr/>
    </dgm:pt>
    <dgm:pt modelId="{4CF273B7-BA03-4067-9F63-552798CE115B}" type="pres">
      <dgm:prSet presAssocID="{D2FFEAA9-F872-4760-86BC-0A081D25FF11}" presName="sibTrans" presStyleCnt="0"/>
      <dgm:spPr/>
    </dgm:pt>
    <dgm:pt modelId="{BBAF61AC-DFDA-4153-BCD2-70E71C6F6557}" type="pres">
      <dgm:prSet presAssocID="{A4BABDFC-5EA1-4FBD-86CA-982EE885D4E7}" presName="node" presStyleLbl="node1" presStyleIdx="3" presStyleCnt="15">
        <dgm:presLayoutVars>
          <dgm:bulletEnabled val="1"/>
        </dgm:presLayoutVars>
      </dgm:prSet>
      <dgm:spPr/>
    </dgm:pt>
    <dgm:pt modelId="{ED7B011A-758C-49CC-9608-4692F37381A4}" type="pres">
      <dgm:prSet presAssocID="{B61EC09F-7DA4-4D91-BEF1-E59A1583EEBE}" presName="sibTrans" presStyleCnt="0"/>
      <dgm:spPr/>
    </dgm:pt>
    <dgm:pt modelId="{26957BB8-4FAE-45A6-BD1A-B5271E9CC00D}" type="pres">
      <dgm:prSet presAssocID="{17CF18C0-5E3E-4837-A2AC-35CBE43D3753}" presName="node" presStyleLbl="node1" presStyleIdx="4" presStyleCnt="15">
        <dgm:presLayoutVars>
          <dgm:bulletEnabled val="1"/>
        </dgm:presLayoutVars>
      </dgm:prSet>
      <dgm:spPr/>
    </dgm:pt>
    <dgm:pt modelId="{A6B5187C-265E-445E-BB36-63CE4B9519C3}" type="pres">
      <dgm:prSet presAssocID="{4D79480A-C83E-42C4-ACDA-380FCBEC7D84}" presName="sibTrans" presStyleCnt="0"/>
      <dgm:spPr/>
    </dgm:pt>
    <dgm:pt modelId="{66F6A396-1D9A-4768-B22F-C4812E0D2825}" type="pres">
      <dgm:prSet presAssocID="{9EF174C0-87F4-4811-88C5-5630CF5129EB}" presName="node" presStyleLbl="node1" presStyleIdx="5" presStyleCnt="15" custLinFactNeighborX="-185" custLinFactNeighborY="847">
        <dgm:presLayoutVars>
          <dgm:bulletEnabled val="1"/>
        </dgm:presLayoutVars>
      </dgm:prSet>
      <dgm:spPr/>
    </dgm:pt>
    <dgm:pt modelId="{97C56EFA-872F-496C-A8B3-E1762F8ECF7C}" type="pres">
      <dgm:prSet presAssocID="{210C19F8-C03D-47E2-B043-D7DFEBC02174}" presName="sibTrans" presStyleCnt="0"/>
      <dgm:spPr/>
    </dgm:pt>
    <dgm:pt modelId="{564BA160-B40E-41B5-B74C-51E4033B62FD}" type="pres">
      <dgm:prSet presAssocID="{996FF198-C09D-49D6-B1E7-5ADDAEF920B0}" presName="node" presStyleLbl="node1" presStyleIdx="6" presStyleCnt="15">
        <dgm:presLayoutVars>
          <dgm:bulletEnabled val="1"/>
        </dgm:presLayoutVars>
      </dgm:prSet>
      <dgm:spPr/>
    </dgm:pt>
    <dgm:pt modelId="{1D4B50E6-4A61-450A-AC14-A9050865329D}" type="pres">
      <dgm:prSet presAssocID="{AF02CE1B-E353-4125-AFA1-5084B8483639}" presName="sibTrans" presStyleCnt="0"/>
      <dgm:spPr/>
    </dgm:pt>
    <dgm:pt modelId="{BA70C7F5-0F87-4849-A876-B6B097FAA39D}" type="pres">
      <dgm:prSet presAssocID="{4230CB16-8F19-4472-94F7-20DB7B9CF872}" presName="node" presStyleLbl="node1" presStyleIdx="7" presStyleCnt="15">
        <dgm:presLayoutVars>
          <dgm:bulletEnabled val="1"/>
        </dgm:presLayoutVars>
      </dgm:prSet>
      <dgm:spPr/>
    </dgm:pt>
    <dgm:pt modelId="{D56372FA-0680-48FA-BF81-61D213F7F181}" type="pres">
      <dgm:prSet presAssocID="{AC22E206-FC13-49D7-A70B-2CA2CE853492}" presName="sibTrans" presStyleCnt="0"/>
      <dgm:spPr/>
    </dgm:pt>
    <dgm:pt modelId="{F314CF00-CBAF-489C-9AC4-850892DFBC04}" type="pres">
      <dgm:prSet presAssocID="{9FB74407-BC51-4877-B889-CBC6CD850981}" presName="node" presStyleLbl="node1" presStyleIdx="8" presStyleCnt="15">
        <dgm:presLayoutVars>
          <dgm:bulletEnabled val="1"/>
        </dgm:presLayoutVars>
      </dgm:prSet>
      <dgm:spPr/>
    </dgm:pt>
    <dgm:pt modelId="{21BCEDB0-3895-4E73-9935-369160F85DDB}" type="pres">
      <dgm:prSet presAssocID="{9218EF37-C931-4952-AC57-25EC8908E0D5}" presName="sibTrans" presStyleCnt="0"/>
      <dgm:spPr/>
    </dgm:pt>
    <dgm:pt modelId="{5707342B-3B61-4C2B-AEE9-402BB148CAC4}" type="pres">
      <dgm:prSet presAssocID="{94853953-DC49-40D7-ADE7-36708A8FC02C}" presName="node" presStyleLbl="node1" presStyleIdx="9" presStyleCnt="15">
        <dgm:presLayoutVars>
          <dgm:bulletEnabled val="1"/>
        </dgm:presLayoutVars>
      </dgm:prSet>
      <dgm:spPr/>
    </dgm:pt>
    <dgm:pt modelId="{B2B2CB22-BFB4-4A7D-BE98-C4D9DF76667F}" type="pres">
      <dgm:prSet presAssocID="{ACEEE26E-5A78-411A-A8B9-CBC34866DFD8}" presName="sibTrans" presStyleCnt="0"/>
      <dgm:spPr/>
    </dgm:pt>
    <dgm:pt modelId="{9CAF6A9B-733B-4B82-9AA8-29DA095EC5D0}" type="pres">
      <dgm:prSet presAssocID="{98D7AD08-E47A-4834-B8C8-8957CCEC1163}" presName="node" presStyleLbl="node1" presStyleIdx="10" presStyleCnt="15">
        <dgm:presLayoutVars>
          <dgm:bulletEnabled val="1"/>
        </dgm:presLayoutVars>
      </dgm:prSet>
      <dgm:spPr/>
    </dgm:pt>
    <dgm:pt modelId="{380736D7-A7A2-42F5-AEF1-E6115E4138C8}" type="pres">
      <dgm:prSet presAssocID="{4F38807D-62AB-410A-8588-D64A96399279}" presName="sibTrans" presStyleCnt="0"/>
      <dgm:spPr/>
    </dgm:pt>
    <dgm:pt modelId="{B961953F-09BC-49C5-B59A-31E983551312}" type="pres">
      <dgm:prSet presAssocID="{D1C62C37-0DF9-4E94-AA94-2A7A2B92CAC5}" presName="node" presStyleLbl="node1" presStyleIdx="11" presStyleCnt="15">
        <dgm:presLayoutVars>
          <dgm:bulletEnabled val="1"/>
        </dgm:presLayoutVars>
      </dgm:prSet>
      <dgm:spPr/>
    </dgm:pt>
    <dgm:pt modelId="{F618620E-8662-4F16-8484-819F823398C2}" type="pres">
      <dgm:prSet presAssocID="{04C5B566-A62B-41A1-A163-9039D44D9309}" presName="sibTrans" presStyleCnt="0"/>
      <dgm:spPr/>
    </dgm:pt>
    <dgm:pt modelId="{6730DC2A-FBF9-437E-869C-9C39345BC113}" type="pres">
      <dgm:prSet presAssocID="{62B6FA40-AEFC-4209-B8E0-FBCDA85C0A9B}" presName="node" presStyleLbl="node1" presStyleIdx="12" presStyleCnt="15">
        <dgm:presLayoutVars>
          <dgm:bulletEnabled val="1"/>
        </dgm:presLayoutVars>
      </dgm:prSet>
      <dgm:spPr/>
    </dgm:pt>
    <dgm:pt modelId="{8AEC5666-830D-4D09-902E-1EB018589696}" type="pres">
      <dgm:prSet presAssocID="{BFAFBFC9-BD5D-4FDE-B707-A12CA0EAC90E}" presName="sibTrans" presStyleCnt="0"/>
      <dgm:spPr/>
    </dgm:pt>
    <dgm:pt modelId="{D99DD03B-132B-4DE9-A4ED-C9D61EF83CE3}" type="pres">
      <dgm:prSet presAssocID="{4173DAC4-E990-4D20-A6E6-427DC588CF37}" presName="node" presStyleLbl="node1" presStyleIdx="13" presStyleCnt="15">
        <dgm:presLayoutVars>
          <dgm:bulletEnabled val="1"/>
        </dgm:presLayoutVars>
      </dgm:prSet>
      <dgm:spPr/>
    </dgm:pt>
    <dgm:pt modelId="{DC83C2AB-1326-4B69-8C64-CB17C8317BC5}" type="pres">
      <dgm:prSet presAssocID="{16694C93-BD12-4FA1-BD98-DDE3BF232121}" presName="sibTrans" presStyleCnt="0"/>
      <dgm:spPr/>
    </dgm:pt>
    <dgm:pt modelId="{D4D3E33B-A578-41D3-AF0F-B8F8BC7ECB98}" type="pres">
      <dgm:prSet presAssocID="{67D83B14-1F6C-4BFF-AB4C-BFC95F181089}" presName="node" presStyleLbl="node1" presStyleIdx="14" presStyleCnt="15">
        <dgm:presLayoutVars>
          <dgm:bulletEnabled val="1"/>
        </dgm:presLayoutVars>
      </dgm:prSet>
      <dgm:spPr/>
    </dgm:pt>
  </dgm:ptLst>
  <dgm:cxnLst>
    <dgm:cxn modelId="{CC335A02-A6F5-423A-9C5C-3DE4DC77C852}" type="presOf" srcId="{62B6FA40-AEFC-4209-B8E0-FBCDA85C0A9B}" destId="{6730DC2A-FBF9-437E-869C-9C39345BC113}" srcOrd="0" destOrd="0" presId="urn:microsoft.com/office/officeart/2005/8/layout/default"/>
    <dgm:cxn modelId="{A3C25A0C-9FA2-4D9C-925C-CE3D7F3DFAC0}" srcId="{1F9AB97E-BB48-4E4E-8E3C-D642DEB99F30}" destId="{EDB3D49C-D238-4FDF-B73F-4435B2824579}" srcOrd="0" destOrd="0" parTransId="{1BCFFAEC-F536-4711-AFA4-4816CED0805D}" sibTransId="{ABFB151F-307E-4200-B5C9-2BA7C481E886}"/>
    <dgm:cxn modelId="{94786218-5E12-4E4F-954F-BB57C3A3ADA0}" type="presOf" srcId="{9EF174C0-87F4-4811-88C5-5630CF5129EB}" destId="{66F6A396-1D9A-4768-B22F-C4812E0D2825}" srcOrd="0" destOrd="0" presId="urn:microsoft.com/office/officeart/2005/8/layout/default"/>
    <dgm:cxn modelId="{3AC6251C-A450-46A9-A13A-A4B30309F674}" type="presOf" srcId="{996FF198-C09D-49D6-B1E7-5ADDAEF920B0}" destId="{564BA160-B40E-41B5-B74C-51E4033B62FD}" srcOrd="0" destOrd="0" presId="urn:microsoft.com/office/officeart/2005/8/layout/default"/>
    <dgm:cxn modelId="{EC564B1F-E37D-4657-98F9-087883BF5A80}" type="presOf" srcId="{A4BABDFC-5EA1-4FBD-86CA-982EE885D4E7}" destId="{BBAF61AC-DFDA-4153-BCD2-70E71C6F6557}" srcOrd="0" destOrd="0" presId="urn:microsoft.com/office/officeart/2005/8/layout/default"/>
    <dgm:cxn modelId="{8FD6F92A-EC6D-4A7B-BB97-8A3515F646CB}" srcId="{1F9AB97E-BB48-4E4E-8E3C-D642DEB99F30}" destId="{4173DAC4-E990-4D20-A6E6-427DC588CF37}" srcOrd="13" destOrd="0" parTransId="{927DD983-BDC8-43F9-A28A-AEEC9A7FBBCD}" sibTransId="{16694C93-BD12-4FA1-BD98-DDE3BF232121}"/>
    <dgm:cxn modelId="{26174E31-9A29-48F9-9417-F0E151DE9F57}" srcId="{1F9AB97E-BB48-4E4E-8E3C-D642DEB99F30}" destId="{98D7AD08-E47A-4834-B8C8-8957CCEC1163}" srcOrd="10" destOrd="0" parTransId="{D30B5F1F-1F70-402D-8101-93269E60D05A}" sibTransId="{4F38807D-62AB-410A-8588-D64A96399279}"/>
    <dgm:cxn modelId="{67AAA932-DAE9-4C8F-8AE5-D077940C914A}" srcId="{1F9AB97E-BB48-4E4E-8E3C-D642DEB99F30}" destId="{9EF174C0-87F4-4811-88C5-5630CF5129EB}" srcOrd="5" destOrd="0" parTransId="{E2F2AD72-F12A-4AB3-A01F-6396F4F2900B}" sibTransId="{210C19F8-C03D-47E2-B043-D7DFEBC02174}"/>
    <dgm:cxn modelId="{75F9B63A-3D42-4D20-8CB6-C5CC1BE2E44A}" srcId="{1F9AB97E-BB48-4E4E-8E3C-D642DEB99F30}" destId="{FFEFC6C6-5189-4D04-8150-E5BB9E1380FD}" srcOrd="1" destOrd="0" parTransId="{9CBA744E-8595-4408-A1E1-FBE5DECDFDAC}" sibTransId="{F9CE6A4B-C20D-4742-BE81-68D6B0DB3E74}"/>
    <dgm:cxn modelId="{26453562-5401-4756-B19A-29645B904F09}" type="presOf" srcId="{98D7AD08-E47A-4834-B8C8-8957CCEC1163}" destId="{9CAF6A9B-733B-4B82-9AA8-29DA095EC5D0}" srcOrd="0" destOrd="0" presId="urn:microsoft.com/office/officeart/2005/8/layout/default"/>
    <dgm:cxn modelId="{BC799142-35C6-4CD6-A564-A6B1883AE811}" srcId="{1F9AB97E-BB48-4E4E-8E3C-D642DEB99F30}" destId="{77882919-7232-466D-AF7E-EDC5FE766F78}" srcOrd="2" destOrd="0" parTransId="{3572E106-8DD0-4D6C-BFC3-5E19494E627E}" sibTransId="{D2FFEAA9-F872-4760-86BC-0A081D25FF11}"/>
    <dgm:cxn modelId="{E5BBA667-BF68-4C81-B987-7C3D792061BA}" type="presOf" srcId="{77882919-7232-466D-AF7E-EDC5FE766F78}" destId="{F421B165-5909-4FB7-801E-809A1F1252F8}" srcOrd="0" destOrd="0" presId="urn:microsoft.com/office/officeart/2005/8/layout/default"/>
    <dgm:cxn modelId="{E369AE68-739A-40E3-9AC2-7A223B5E90D6}" type="presOf" srcId="{FFEFC6C6-5189-4D04-8150-E5BB9E1380FD}" destId="{26309D46-2F65-4B11-83E1-39300A86D132}" srcOrd="0" destOrd="0" presId="urn:microsoft.com/office/officeart/2005/8/layout/default"/>
    <dgm:cxn modelId="{A5B76D6A-AE68-49A9-93AB-170CA623B128}" type="presOf" srcId="{EDB3D49C-D238-4FDF-B73F-4435B2824579}" destId="{54F4C797-5E45-45AD-890E-79C360B36FDE}" srcOrd="0" destOrd="0" presId="urn:microsoft.com/office/officeart/2005/8/layout/default"/>
    <dgm:cxn modelId="{0F21684B-74DE-416C-851F-87BEC08ADDF3}" type="presOf" srcId="{17CF18C0-5E3E-4837-A2AC-35CBE43D3753}" destId="{26957BB8-4FAE-45A6-BD1A-B5271E9CC00D}" srcOrd="0" destOrd="0" presId="urn:microsoft.com/office/officeart/2005/8/layout/default"/>
    <dgm:cxn modelId="{5DA29C55-C668-4233-AFA8-6B6351978639}" type="presOf" srcId="{67D83B14-1F6C-4BFF-AB4C-BFC95F181089}" destId="{D4D3E33B-A578-41D3-AF0F-B8F8BC7ECB98}" srcOrd="0" destOrd="0" presId="urn:microsoft.com/office/officeart/2005/8/layout/default"/>
    <dgm:cxn modelId="{80001658-2AE6-4084-BBEA-99A9751C544E}" srcId="{1F9AB97E-BB48-4E4E-8E3C-D642DEB99F30}" destId="{4230CB16-8F19-4472-94F7-20DB7B9CF872}" srcOrd="7" destOrd="0" parTransId="{BF7C3442-B150-4BA9-9AB2-02988A37FD19}" sibTransId="{AC22E206-FC13-49D7-A70B-2CA2CE853492}"/>
    <dgm:cxn modelId="{9650177A-B465-4912-BA50-86D70E7FAEE0}" srcId="{1F9AB97E-BB48-4E4E-8E3C-D642DEB99F30}" destId="{D1C62C37-0DF9-4E94-AA94-2A7A2B92CAC5}" srcOrd="11" destOrd="0" parTransId="{92B6DC41-9F3F-4D54-9CE9-089BF04E7152}" sibTransId="{04C5B566-A62B-41A1-A163-9039D44D9309}"/>
    <dgm:cxn modelId="{C7FEA98F-0FAC-49CF-AB92-B36CE1F6B59F}" type="presOf" srcId="{4173DAC4-E990-4D20-A6E6-427DC588CF37}" destId="{D99DD03B-132B-4DE9-A4ED-C9D61EF83CE3}" srcOrd="0" destOrd="0" presId="urn:microsoft.com/office/officeart/2005/8/layout/default"/>
    <dgm:cxn modelId="{0B2FE08F-1218-4BAF-B8A4-EA7712978881}" type="presOf" srcId="{4230CB16-8F19-4472-94F7-20DB7B9CF872}" destId="{BA70C7F5-0F87-4849-A876-B6B097FAA39D}" srcOrd="0" destOrd="0" presId="urn:microsoft.com/office/officeart/2005/8/layout/default"/>
    <dgm:cxn modelId="{835A8190-A689-460E-B9BE-B08F55BED32C}" type="presOf" srcId="{9FB74407-BC51-4877-B889-CBC6CD850981}" destId="{F314CF00-CBAF-489C-9AC4-850892DFBC04}" srcOrd="0" destOrd="0" presId="urn:microsoft.com/office/officeart/2005/8/layout/default"/>
    <dgm:cxn modelId="{925AAD99-54EB-4B03-BE0A-263FB5A1BBEA}" srcId="{1F9AB97E-BB48-4E4E-8E3C-D642DEB99F30}" destId="{67D83B14-1F6C-4BFF-AB4C-BFC95F181089}" srcOrd="14" destOrd="0" parTransId="{5691258D-4AEC-46C8-BAB0-6C09A3F54A1A}" sibTransId="{306D8BE9-74C9-4AD1-AC54-4AE0638489BC}"/>
    <dgm:cxn modelId="{8DF1BCAE-8CF7-4275-AD3D-4054C672C7CA}" type="presOf" srcId="{D1C62C37-0DF9-4E94-AA94-2A7A2B92CAC5}" destId="{B961953F-09BC-49C5-B59A-31E983551312}" srcOrd="0" destOrd="0" presId="urn:microsoft.com/office/officeart/2005/8/layout/default"/>
    <dgm:cxn modelId="{55D095B1-8DD9-4F6E-9671-55DB8CBB777A}" srcId="{1F9AB97E-BB48-4E4E-8E3C-D642DEB99F30}" destId="{996FF198-C09D-49D6-B1E7-5ADDAEF920B0}" srcOrd="6" destOrd="0" parTransId="{9C745D29-12DC-4387-99A0-4F32E5E71505}" sibTransId="{AF02CE1B-E353-4125-AFA1-5084B8483639}"/>
    <dgm:cxn modelId="{C483FBB5-0C6F-4E7A-9E25-86E87972C362}" srcId="{1F9AB97E-BB48-4E4E-8E3C-D642DEB99F30}" destId="{A4BABDFC-5EA1-4FBD-86CA-982EE885D4E7}" srcOrd="3" destOrd="0" parTransId="{708D4DA4-DF5F-470E-A197-7FBF6B8EC1B7}" sibTransId="{B61EC09F-7DA4-4D91-BEF1-E59A1583EEBE}"/>
    <dgm:cxn modelId="{CD7330CA-5B93-48E5-A599-736A1A41C2A0}" srcId="{1F9AB97E-BB48-4E4E-8E3C-D642DEB99F30}" destId="{94853953-DC49-40D7-ADE7-36708A8FC02C}" srcOrd="9" destOrd="0" parTransId="{C663D3C0-2D54-4579-9E1E-67D736BCB7E6}" sibTransId="{ACEEE26E-5A78-411A-A8B9-CBC34866DFD8}"/>
    <dgm:cxn modelId="{A35F80D3-F851-4B84-AABE-8AF90274512F}" srcId="{1F9AB97E-BB48-4E4E-8E3C-D642DEB99F30}" destId="{9FB74407-BC51-4877-B889-CBC6CD850981}" srcOrd="8" destOrd="0" parTransId="{81D8170F-9AD5-4522-8833-F844A98D5CFD}" sibTransId="{9218EF37-C931-4952-AC57-25EC8908E0D5}"/>
    <dgm:cxn modelId="{A3D307E7-87E8-4CC0-B934-22BC4D50B480}" srcId="{1F9AB97E-BB48-4E4E-8E3C-D642DEB99F30}" destId="{17CF18C0-5E3E-4837-A2AC-35CBE43D3753}" srcOrd="4" destOrd="0" parTransId="{B109E881-4F51-4A34-A56E-8F57A1E81695}" sibTransId="{4D79480A-C83E-42C4-ACDA-380FCBEC7D84}"/>
    <dgm:cxn modelId="{6EEF3EED-A4AA-4415-8941-12E7ED9810F1}" type="presOf" srcId="{94853953-DC49-40D7-ADE7-36708A8FC02C}" destId="{5707342B-3B61-4C2B-AEE9-402BB148CAC4}" srcOrd="0" destOrd="0" presId="urn:microsoft.com/office/officeart/2005/8/layout/default"/>
    <dgm:cxn modelId="{FCBE22F3-44F2-4EDE-93EF-2E7255C47621}" srcId="{1F9AB97E-BB48-4E4E-8E3C-D642DEB99F30}" destId="{62B6FA40-AEFC-4209-B8E0-FBCDA85C0A9B}" srcOrd="12" destOrd="0" parTransId="{8E79A77A-EBFA-4B80-9535-4E6562487DDC}" sibTransId="{BFAFBFC9-BD5D-4FDE-B707-A12CA0EAC90E}"/>
    <dgm:cxn modelId="{600ED9F7-578B-4181-AAD7-2F5763FE48C1}" type="presOf" srcId="{1F9AB97E-BB48-4E4E-8E3C-D642DEB99F30}" destId="{9E9F44E4-18E4-488C-B5F7-544B9632E015}" srcOrd="0" destOrd="0" presId="urn:microsoft.com/office/officeart/2005/8/layout/default"/>
    <dgm:cxn modelId="{66825501-29E4-4292-A57B-59E16D45A8FC}" type="presParOf" srcId="{9E9F44E4-18E4-488C-B5F7-544B9632E015}" destId="{54F4C797-5E45-45AD-890E-79C360B36FDE}" srcOrd="0" destOrd="0" presId="urn:microsoft.com/office/officeart/2005/8/layout/default"/>
    <dgm:cxn modelId="{0B211A07-E7C5-4721-BFE5-047FF3EFFE5F}" type="presParOf" srcId="{9E9F44E4-18E4-488C-B5F7-544B9632E015}" destId="{8CA88E77-62E1-4E6A-9AC6-C3D991B052D2}" srcOrd="1" destOrd="0" presId="urn:microsoft.com/office/officeart/2005/8/layout/default"/>
    <dgm:cxn modelId="{A61A8733-7BFE-421D-871C-43AEAAE70D8A}" type="presParOf" srcId="{9E9F44E4-18E4-488C-B5F7-544B9632E015}" destId="{26309D46-2F65-4B11-83E1-39300A86D132}" srcOrd="2" destOrd="0" presId="urn:microsoft.com/office/officeart/2005/8/layout/default"/>
    <dgm:cxn modelId="{13088414-1826-4CA3-9C6E-184155C79943}" type="presParOf" srcId="{9E9F44E4-18E4-488C-B5F7-544B9632E015}" destId="{69D0728F-FD14-4B6E-97A9-882CD373F54F}" srcOrd="3" destOrd="0" presId="urn:microsoft.com/office/officeart/2005/8/layout/default"/>
    <dgm:cxn modelId="{DFF879F8-F176-4AF5-A2AE-D6C804480274}" type="presParOf" srcId="{9E9F44E4-18E4-488C-B5F7-544B9632E015}" destId="{F421B165-5909-4FB7-801E-809A1F1252F8}" srcOrd="4" destOrd="0" presId="urn:microsoft.com/office/officeart/2005/8/layout/default"/>
    <dgm:cxn modelId="{FFFB9AE6-110B-4378-8CB1-6ED2720022BD}" type="presParOf" srcId="{9E9F44E4-18E4-488C-B5F7-544B9632E015}" destId="{4CF273B7-BA03-4067-9F63-552798CE115B}" srcOrd="5" destOrd="0" presId="urn:microsoft.com/office/officeart/2005/8/layout/default"/>
    <dgm:cxn modelId="{610B5970-6A92-40B4-8939-BCD12C20C206}" type="presParOf" srcId="{9E9F44E4-18E4-488C-B5F7-544B9632E015}" destId="{BBAF61AC-DFDA-4153-BCD2-70E71C6F6557}" srcOrd="6" destOrd="0" presId="urn:microsoft.com/office/officeart/2005/8/layout/default"/>
    <dgm:cxn modelId="{A593BFBF-C79B-4AC6-853A-E13B9B9D51BE}" type="presParOf" srcId="{9E9F44E4-18E4-488C-B5F7-544B9632E015}" destId="{ED7B011A-758C-49CC-9608-4692F37381A4}" srcOrd="7" destOrd="0" presId="urn:microsoft.com/office/officeart/2005/8/layout/default"/>
    <dgm:cxn modelId="{E306B945-B2DF-4D86-BD48-1475AAFFAE4B}" type="presParOf" srcId="{9E9F44E4-18E4-488C-B5F7-544B9632E015}" destId="{26957BB8-4FAE-45A6-BD1A-B5271E9CC00D}" srcOrd="8" destOrd="0" presId="urn:microsoft.com/office/officeart/2005/8/layout/default"/>
    <dgm:cxn modelId="{3C3A88C1-A333-4F33-8CF3-E1A9D22F2BAE}" type="presParOf" srcId="{9E9F44E4-18E4-488C-B5F7-544B9632E015}" destId="{A6B5187C-265E-445E-BB36-63CE4B9519C3}" srcOrd="9" destOrd="0" presId="urn:microsoft.com/office/officeart/2005/8/layout/default"/>
    <dgm:cxn modelId="{573C09E0-1222-463E-B7D4-B783C0B87E28}" type="presParOf" srcId="{9E9F44E4-18E4-488C-B5F7-544B9632E015}" destId="{66F6A396-1D9A-4768-B22F-C4812E0D2825}" srcOrd="10" destOrd="0" presId="urn:microsoft.com/office/officeart/2005/8/layout/default"/>
    <dgm:cxn modelId="{B8E83310-B8AB-4C43-BA4F-F778075E50C7}" type="presParOf" srcId="{9E9F44E4-18E4-488C-B5F7-544B9632E015}" destId="{97C56EFA-872F-496C-A8B3-E1762F8ECF7C}" srcOrd="11" destOrd="0" presId="urn:microsoft.com/office/officeart/2005/8/layout/default"/>
    <dgm:cxn modelId="{674D1D18-8E2B-4433-A65D-7F4CCA3D72C3}" type="presParOf" srcId="{9E9F44E4-18E4-488C-B5F7-544B9632E015}" destId="{564BA160-B40E-41B5-B74C-51E4033B62FD}" srcOrd="12" destOrd="0" presId="urn:microsoft.com/office/officeart/2005/8/layout/default"/>
    <dgm:cxn modelId="{840B0240-F960-48F1-887F-D3C1C0E438CD}" type="presParOf" srcId="{9E9F44E4-18E4-488C-B5F7-544B9632E015}" destId="{1D4B50E6-4A61-450A-AC14-A9050865329D}" srcOrd="13" destOrd="0" presId="urn:microsoft.com/office/officeart/2005/8/layout/default"/>
    <dgm:cxn modelId="{58D855E8-1DD0-4A9E-AEE5-AB164ECDA102}" type="presParOf" srcId="{9E9F44E4-18E4-488C-B5F7-544B9632E015}" destId="{BA70C7F5-0F87-4849-A876-B6B097FAA39D}" srcOrd="14" destOrd="0" presId="urn:microsoft.com/office/officeart/2005/8/layout/default"/>
    <dgm:cxn modelId="{665215AD-DE31-45D1-9C18-9A006F9B9323}" type="presParOf" srcId="{9E9F44E4-18E4-488C-B5F7-544B9632E015}" destId="{D56372FA-0680-48FA-BF81-61D213F7F181}" srcOrd="15" destOrd="0" presId="urn:microsoft.com/office/officeart/2005/8/layout/default"/>
    <dgm:cxn modelId="{4428DD54-E4A9-49B0-9021-424DE379F2D6}" type="presParOf" srcId="{9E9F44E4-18E4-488C-B5F7-544B9632E015}" destId="{F314CF00-CBAF-489C-9AC4-850892DFBC04}" srcOrd="16" destOrd="0" presId="urn:microsoft.com/office/officeart/2005/8/layout/default"/>
    <dgm:cxn modelId="{585B608E-17BB-4323-98BB-8B92EE1191C3}" type="presParOf" srcId="{9E9F44E4-18E4-488C-B5F7-544B9632E015}" destId="{21BCEDB0-3895-4E73-9935-369160F85DDB}" srcOrd="17" destOrd="0" presId="urn:microsoft.com/office/officeart/2005/8/layout/default"/>
    <dgm:cxn modelId="{93139EE4-19BC-4998-8307-F78FD7E25C4B}" type="presParOf" srcId="{9E9F44E4-18E4-488C-B5F7-544B9632E015}" destId="{5707342B-3B61-4C2B-AEE9-402BB148CAC4}" srcOrd="18" destOrd="0" presId="urn:microsoft.com/office/officeart/2005/8/layout/default"/>
    <dgm:cxn modelId="{7396D43B-5588-4DEB-BA96-C0CBAEF4619E}" type="presParOf" srcId="{9E9F44E4-18E4-488C-B5F7-544B9632E015}" destId="{B2B2CB22-BFB4-4A7D-BE98-C4D9DF76667F}" srcOrd="19" destOrd="0" presId="urn:microsoft.com/office/officeart/2005/8/layout/default"/>
    <dgm:cxn modelId="{47644322-35AF-4C00-89FF-93FE09DDB2CC}" type="presParOf" srcId="{9E9F44E4-18E4-488C-B5F7-544B9632E015}" destId="{9CAF6A9B-733B-4B82-9AA8-29DA095EC5D0}" srcOrd="20" destOrd="0" presId="urn:microsoft.com/office/officeart/2005/8/layout/default"/>
    <dgm:cxn modelId="{B8881C11-74B2-48AD-8DCC-94C35A9F1B86}" type="presParOf" srcId="{9E9F44E4-18E4-488C-B5F7-544B9632E015}" destId="{380736D7-A7A2-42F5-AEF1-E6115E4138C8}" srcOrd="21" destOrd="0" presId="urn:microsoft.com/office/officeart/2005/8/layout/default"/>
    <dgm:cxn modelId="{BA5564D8-88DC-4B0E-89A1-F5EE54304A2E}" type="presParOf" srcId="{9E9F44E4-18E4-488C-B5F7-544B9632E015}" destId="{B961953F-09BC-49C5-B59A-31E983551312}" srcOrd="22" destOrd="0" presId="urn:microsoft.com/office/officeart/2005/8/layout/default"/>
    <dgm:cxn modelId="{1C7968E5-87A0-4A43-8B8F-0A649E8F915D}" type="presParOf" srcId="{9E9F44E4-18E4-488C-B5F7-544B9632E015}" destId="{F618620E-8662-4F16-8484-819F823398C2}" srcOrd="23" destOrd="0" presId="urn:microsoft.com/office/officeart/2005/8/layout/default"/>
    <dgm:cxn modelId="{30BBC751-A022-438A-BAFE-970B2F27F4B8}" type="presParOf" srcId="{9E9F44E4-18E4-488C-B5F7-544B9632E015}" destId="{6730DC2A-FBF9-437E-869C-9C39345BC113}" srcOrd="24" destOrd="0" presId="urn:microsoft.com/office/officeart/2005/8/layout/default"/>
    <dgm:cxn modelId="{B67FF9F8-DA5B-4B49-BEA8-1A9BED7B1FF8}" type="presParOf" srcId="{9E9F44E4-18E4-488C-B5F7-544B9632E015}" destId="{8AEC5666-830D-4D09-902E-1EB018589696}" srcOrd="25" destOrd="0" presId="urn:microsoft.com/office/officeart/2005/8/layout/default"/>
    <dgm:cxn modelId="{63F90593-DF13-4A27-B845-E744CDCB15AA}" type="presParOf" srcId="{9E9F44E4-18E4-488C-B5F7-544B9632E015}" destId="{D99DD03B-132B-4DE9-A4ED-C9D61EF83CE3}" srcOrd="26" destOrd="0" presId="urn:microsoft.com/office/officeart/2005/8/layout/default"/>
    <dgm:cxn modelId="{AE780C87-275F-48B9-82DB-178EE902D120}" type="presParOf" srcId="{9E9F44E4-18E4-488C-B5F7-544B9632E015}" destId="{DC83C2AB-1326-4B69-8C64-CB17C8317BC5}" srcOrd="27" destOrd="0" presId="urn:microsoft.com/office/officeart/2005/8/layout/default"/>
    <dgm:cxn modelId="{92933A83-697E-4F07-9DBC-8CF3C2461358}" type="presParOf" srcId="{9E9F44E4-18E4-488C-B5F7-544B9632E015}" destId="{D4D3E33B-A578-41D3-AF0F-B8F8BC7ECB98}" srcOrd="2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019E4B-54A5-4C4F-83C0-C734E19F35F1}">
      <dsp:nvSpPr>
        <dsp:cNvPr id="0" name=""/>
        <dsp:cNvSpPr/>
      </dsp:nvSpPr>
      <dsp:spPr>
        <a:xfrm>
          <a:off x="3201" y="193789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What is NULL in SQL?</a:t>
          </a:r>
          <a:endParaRPr lang="en-US" sz="1900" kern="1200"/>
        </a:p>
      </dsp:txBody>
      <dsp:txXfrm>
        <a:off x="3201" y="193789"/>
        <a:ext cx="2539866" cy="1523919"/>
      </dsp:txXfrm>
    </dsp:sp>
    <dsp:sp modelId="{FF5B590C-A460-44A6-84C8-E455F40D0BB2}">
      <dsp:nvSpPr>
        <dsp:cNvPr id="0" name=""/>
        <dsp:cNvSpPr/>
      </dsp:nvSpPr>
      <dsp:spPr>
        <a:xfrm>
          <a:off x="2797054" y="193789"/>
          <a:ext cx="2539866" cy="1523919"/>
        </a:xfrm>
        <a:prstGeom prst="rect">
          <a:avLst/>
        </a:prstGeom>
        <a:solidFill>
          <a:schemeClr val="accent2">
            <a:hueOff val="-242561"/>
            <a:satOff val="-13988"/>
            <a:lumOff val="14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NULL represents </a:t>
          </a:r>
          <a:r>
            <a:rPr lang="en-US" sz="1900" b="1" kern="1200"/>
            <a:t>missing, unknown, or undefined data</a:t>
          </a:r>
          <a:r>
            <a:rPr lang="en-US" sz="1900" kern="1200"/>
            <a:t> in a database.</a:t>
          </a:r>
        </a:p>
      </dsp:txBody>
      <dsp:txXfrm>
        <a:off x="2797054" y="193789"/>
        <a:ext cx="2539866" cy="1523919"/>
      </dsp:txXfrm>
    </dsp:sp>
    <dsp:sp modelId="{E3991B99-4A43-4B10-B335-3D9602F2DF21}">
      <dsp:nvSpPr>
        <dsp:cNvPr id="0" name=""/>
        <dsp:cNvSpPr/>
      </dsp:nvSpPr>
      <dsp:spPr>
        <a:xfrm>
          <a:off x="5590907" y="193789"/>
          <a:ext cx="2539866" cy="1523919"/>
        </a:xfrm>
        <a:prstGeom prst="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It is </a:t>
          </a:r>
          <a:r>
            <a:rPr lang="en-US" sz="1900" b="1" kern="1200"/>
            <a:t>not the same as 0, empty string, or false</a:t>
          </a:r>
          <a:r>
            <a:rPr lang="en-US" sz="1900" kern="1200"/>
            <a:t>.</a:t>
          </a:r>
        </a:p>
      </dsp:txBody>
      <dsp:txXfrm>
        <a:off x="5590907" y="193789"/>
        <a:ext cx="2539866" cy="1523919"/>
      </dsp:txXfrm>
    </dsp:sp>
    <dsp:sp modelId="{DDA086CF-00E8-4847-AFDD-5726E0E420D2}">
      <dsp:nvSpPr>
        <dsp:cNvPr id="0" name=""/>
        <dsp:cNvSpPr/>
      </dsp:nvSpPr>
      <dsp:spPr>
        <a:xfrm>
          <a:off x="8384760" y="193789"/>
          <a:ext cx="2539866" cy="1523919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column can contain NULL if it is allowed</a:t>
          </a:r>
        </a:p>
      </dsp:txBody>
      <dsp:txXfrm>
        <a:off x="8384760" y="193789"/>
        <a:ext cx="2539866" cy="1523919"/>
      </dsp:txXfrm>
    </dsp:sp>
    <dsp:sp modelId="{6B505DAD-7E91-4FE4-BCAD-30AD11A8BE8D}">
      <dsp:nvSpPr>
        <dsp:cNvPr id="0" name=""/>
        <dsp:cNvSpPr/>
      </dsp:nvSpPr>
      <dsp:spPr>
        <a:xfrm>
          <a:off x="1400128" y="1971695"/>
          <a:ext cx="2539866" cy="1523919"/>
        </a:xfrm>
        <a:prstGeom prst="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What is NOT NULL in SQL?</a:t>
          </a:r>
          <a:endParaRPr lang="en-US" sz="1900" kern="1200"/>
        </a:p>
      </dsp:txBody>
      <dsp:txXfrm>
        <a:off x="1400128" y="1971695"/>
        <a:ext cx="2539866" cy="1523919"/>
      </dsp:txXfrm>
    </dsp:sp>
    <dsp:sp modelId="{17FC2660-AE61-4DE9-A268-9BF200295042}">
      <dsp:nvSpPr>
        <dsp:cNvPr id="0" name=""/>
        <dsp:cNvSpPr/>
      </dsp:nvSpPr>
      <dsp:spPr>
        <a:xfrm>
          <a:off x="4193981" y="1971695"/>
          <a:ext cx="2539866" cy="1523919"/>
        </a:xfrm>
        <a:prstGeom prst="rect">
          <a:avLst/>
        </a:prstGeom>
        <a:solidFill>
          <a:schemeClr val="accent2">
            <a:hueOff val="-1212803"/>
            <a:satOff val="-69940"/>
            <a:lumOff val="71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NOT NULL is a </a:t>
          </a:r>
          <a:r>
            <a:rPr lang="en-US" sz="1900" b="1" kern="1200"/>
            <a:t>constraint</a:t>
          </a:r>
          <a:r>
            <a:rPr lang="en-US" sz="1900" kern="1200"/>
            <a:t> that ensures a column </a:t>
          </a:r>
          <a:r>
            <a:rPr lang="en-US" sz="1900" b="1" kern="1200"/>
            <a:t>must always have a value</a:t>
          </a:r>
          <a:r>
            <a:rPr lang="en-US" sz="1900" kern="1200"/>
            <a:t>.</a:t>
          </a:r>
        </a:p>
      </dsp:txBody>
      <dsp:txXfrm>
        <a:off x="4193981" y="1971695"/>
        <a:ext cx="2539866" cy="1523919"/>
      </dsp:txXfrm>
    </dsp:sp>
    <dsp:sp modelId="{0677EA23-E5E3-43B5-B22F-C258DDF4A5C3}">
      <dsp:nvSpPr>
        <dsp:cNvPr id="0" name=""/>
        <dsp:cNvSpPr/>
      </dsp:nvSpPr>
      <dsp:spPr>
        <a:xfrm>
          <a:off x="6987834" y="1971695"/>
          <a:ext cx="2539866" cy="1523919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database will </a:t>
          </a:r>
          <a:r>
            <a:rPr lang="en-US" sz="1900" b="1" kern="1200"/>
            <a:t>reject any attempt to insert a NULL</a:t>
          </a:r>
          <a:r>
            <a:rPr lang="en-US" sz="1900" kern="1200"/>
            <a:t> into that column.</a:t>
          </a:r>
        </a:p>
      </dsp:txBody>
      <dsp:txXfrm>
        <a:off x="6987834" y="1971695"/>
        <a:ext cx="2539866" cy="15239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4C797-5E45-45AD-890E-79C360B36FDE}">
      <dsp:nvSpPr>
        <dsp:cNvPr id="0" name=""/>
        <dsp:cNvSpPr/>
      </dsp:nvSpPr>
      <dsp:spPr>
        <a:xfrm>
          <a:off x="3323" y="42163"/>
          <a:ext cx="1799515" cy="107970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100" kern="1200" dirty="0"/>
            <a:t>Student / School Domain</a:t>
          </a:r>
          <a:endParaRPr lang="en-US" sz="2100" kern="1200" dirty="0"/>
        </a:p>
      </dsp:txBody>
      <dsp:txXfrm>
        <a:off x="3323" y="42163"/>
        <a:ext cx="1799515" cy="1079709"/>
      </dsp:txXfrm>
    </dsp:sp>
    <dsp:sp modelId="{26309D46-2F65-4B11-83E1-39300A86D132}">
      <dsp:nvSpPr>
        <dsp:cNvPr id="0" name=""/>
        <dsp:cNvSpPr/>
      </dsp:nvSpPr>
      <dsp:spPr>
        <a:xfrm>
          <a:off x="1982790" y="42163"/>
          <a:ext cx="1799515" cy="10797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100" kern="1200" dirty="0"/>
            <a:t>Employee / Company Domain</a:t>
          </a:r>
          <a:endParaRPr lang="en-US" sz="2100" kern="1200" dirty="0"/>
        </a:p>
      </dsp:txBody>
      <dsp:txXfrm>
        <a:off x="1982790" y="42163"/>
        <a:ext cx="1799515" cy="1079709"/>
      </dsp:txXfrm>
    </dsp:sp>
    <dsp:sp modelId="{F421B165-5909-4FB7-801E-809A1F1252F8}">
      <dsp:nvSpPr>
        <dsp:cNvPr id="0" name=""/>
        <dsp:cNvSpPr/>
      </dsp:nvSpPr>
      <dsp:spPr>
        <a:xfrm>
          <a:off x="3962257" y="42163"/>
          <a:ext cx="1799515" cy="107970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100" kern="1200" dirty="0"/>
            <a:t>Health / Clinic Domain</a:t>
          </a:r>
          <a:endParaRPr lang="en-US" sz="2100" kern="1200" dirty="0"/>
        </a:p>
      </dsp:txBody>
      <dsp:txXfrm>
        <a:off x="3962257" y="42163"/>
        <a:ext cx="1799515" cy="1079709"/>
      </dsp:txXfrm>
    </dsp:sp>
    <dsp:sp modelId="{BBAF61AC-DFDA-4153-BCD2-70E71C6F6557}">
      <dsp:nvSpPr>
        <dsp:cNvPr id="0" name=""/>
        <dsp:cNvSpPr/>
      </dsp:nvSpPr>
      <dsp:spPr>
        <a:xfrm>
          <a:off x="5941724" y="42163"/>
          <a:ext cx="1799515" cy="107970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100" kern="1200" dirty="0"/>
            <a:t>Social Media / Users</a:t>
          </a:r>
          <a:endParaRPr lang="en-US" sz="2100" kern="1200" dirty="0"/>
        </a:p>
      </dsp:txBody>
      <dsp:txXfrm>
        <a:off x="5941724" y="42163"/>
        <a:ext cx="1799515" cy="1079709"/>
      </dsp:txXfrm>
    </dsp:sp>
    <dsp:sp modelId="{26957BB8-4FAE-45A6-BD1A-B5271E9CC00D}">
      <dsp:nvSpPr>
        <dsp:cNvPr id="0" name=""/>
        <dsp:cNvSpPr/>
      </dsp:nvSpPr>
      <dsp:spPr>
        <a:xfrm>
          <a:off x="7921191" y="42163"/>
          <a:ext cx="1799515" cy="10797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100" kern="1200" dirty="0"/>
            <a:t>Manufacturing </a:t>
          </a:r>
          <a:endParaRPr lang="en-US" sz="2100" kern="1200" dirty="0"/>
        </a:p>
      </dsp:txBody>
      <dsp:txXfrm>
        <a:off x="7921191" y="42163"/>
        <a:ext cx="1799515" cy="1079709"/>
      </dsp:txXfrm>
    </dsp:sp>
    <dsp:sp modelId="{66F6A396-1D9A-4768-B22F-C4812E0D2825}">
      <dsp:nvSpPr>
        <dsp:cNvPr id="0" name=""/>
        <dsp:cNvSpPr/>
      </dsp:nvSpPr>
      <dsp:spPr>
        <a:xfrm>
          <a:off x="0" y="1310969"/>
          <a:ext cx="1799515" cy="10797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100" kern="1200"/>
            <a:t>Warehouse</a:t>
          </a:r>
          <a:endParaRPr lang="en-US" sz="2100" kern="1200"/>
        </a:p>
      </dsp:txBody>
      <dsp:txXfrm>
        <a:off x="0" y="1310969"/>
        <a:ext cx="1799515" cy="1079709"/>
      </dsp:txXfrm>
    </dsp:sp>
    <dsp:sp modelId="{564BA160-B40E-41B5-B74C-51E4033B62FD}">
      <dsp:nvSpPr>
        <dsp:cNvPr id="0" name=""/>
        <dsp:cNvSpPr/>
      </dsp:nvSpPr>
      <dsp:spPr>
        <a:xfrm>
          <a:off x="1982790" y="1301824"/>
          <a:ext cx="1799515" cy="10797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100" kern="1200"/>
            <a:t>Bank Accounts</a:t>
          </a:r>
          <a:endParaRPr lang="en-US" sz="2100" kern="1200"/>
        </a:p>
      </dsp:txBody>
      <dsp:txXfrm>
        <a:off x="1982790" y="1301824"/>
        <a:ext cx="1799515" cy="1079709"/>
      </dsp:txXfrm>
    </dsp:sp>
    <dsp:sp modelId="{BA70C7F5-0F87-4849-A876-B6B097FAA39D}">
      <dsp:nvSpPr>
        <dsp:cNvPr id="0" name=""/>
        <dsp:cNvSpPr/>
      </dsp:nvSpPr>
      <dsp:spPr>
        <a:xfrm>
          <a:off x="3962257" y="1301824"/>
          <a:ext cx="1799515" cy="107970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100" kern="1200" dirty="0"/>
            <a:t>Transactions</a:t>
          </a:r>
          <a:endParaRPr lang="en-US" sz="2100" kern="1200" dirty="0"/>
        </a:p>
      </dsp:txBody>
      <dsp:txXfrm>
        <a:off x="3962257" y="1301824"/>
        <a:ext cx="1799515" cy="1079709"/>
      </dsp:txXfrm>
    </dsp:sp>
    <dsp:sp modelId="{F314CF00-CBAF-489C-9AC4-850892DFBC04}">
      <dsp:nvSpPr>
        <dsp:cNvPr id="0" name=""/>
        <dsp:cNvSpPr/>
      </dsp:nvSpPr>
      <dsp:spPr>
        <a:xfrm>
          <a:off x="5941724" y="1301824"/>
          <a:ext cx="1799515" cy="107970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100" kern="1200" dirty="0"/>
            <a:t>Loans</a:t>
          </a:r>
          <a:endParaRPr lang="en-US" sz="2100" kern="1200" dirty="0"/>
        </a:p>
      </dsp:txBody>
      <dsp:txXfrm>
        <a:off x="5941724" y="1301824"/>
        <a:ext cx="1799515" cy="1079709"/>
      </dsp:txXfrm>
    </dsp:sp>
    <dsp:sp modelId="{5707342B-3B61-4C2B-AEE9-402BB148CAC4}">
      <dsp:nvSpPr>
        <dsp:cNvPr id="0" name=""/>
        <dsp:cNvSpPr/>
      </dsp:nvSpPr>
      <dsp:spPr>
        <a:xfrm>
          <a:off x="7921191" y="1301824"/>
          <a:ext cx="1799515" cy="107970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100" kern="1200" dirty="0"/>
            <a:t>Credit Cards</a:t>
          </a:r>
          <a:endParaRPr lang="en-US" sz="2100" kern="1200" dirty="0"/>
        </a:p>
      </dsp:txBody>
      <dsp:txXfrm>
        <a:off x="7921191" y="1301824"/>
        <a:ext cx="1799515" cy="1079709"/>
      </dsp:txXfrm>
    </dsp:sp>
    <dsp:sp modelId="{9CAF6A9B-733B-4B82-9AA8-29DA095EC5D0}">
      <dsp:nvSpPr>
        <dsp:cNvPr id="0" name=""/>
        <dsp:cNvSpPr/>
      </dsp:nvSpPr>
      <dsp:spPr>
        <a:xfrm>
          <a:off x="3323" y="2561485"/>
          <a:ext cx="1799515" cy="107970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100" kern="1200" dirty="0"/>
            <a:t>Income</a:t>
          </a:r>
          <a:endParaRPr lang="en-US" sz="2100" kern="1200" dirty="0"/>
        </a:p>
      </dsp:txBody>
      <dsp:txXfrm>
        <a:off x="3323" y="2561485"/>
        <a:ext cx="1799515" cy="1079709"/>
      </dsp:txXfrm>
    </dsp:sp>
    <dsp:sp modelId="{B961953F-09BC-49C5-B59A-31E983551312}">
      <dsp:nvSpPr>
        <dsp:cNvPr id="0" name=""/>
        <dsp:cNvSpPr/>
      </dsp:nvSpPr>
      <dsp:spPr>
        <a:xfrm>
          <a:off x="1982790" y="2561485"/>
          <a:ext cx="1799515" cy="10797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100" kern="1200" dirty="0"/>
            <a:t>Drilling Operations</a:t>
          </a:r>
          <a:endParaRPr lang="en-US" sz="2100" kern="1200" dirty="0"/>
        </a:p>
      </dsp:txBody>
      <dsp:txXfrm>
        <a:off x="1982790" y="2561485"/>
        <a:ext cx="1799515" cy="1079709"/>
      </dsp:txXfrm>
    </dsp:sp>
    <dsp:sp modelId="{6730DC2A-FBF9-437E-869C-9C39345BC113}">
      <dsp:nvSpPr>
        <dsp:cNvPr id="0" name=""/>
        <dsp:cNvSpPr/>
      </dsp:nvSpPr>
      <dsp:spPr>
        <a:xfrm>
          <a:off x="3962257" y="2561485"/>
          <a:ext cx="1799515" cy="10797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100" kern="1200" dirty="0"/>
            <a:t>Health, Safety &amp; Environment (HSE)</a:t>
          </a:r>
          <a:endParaRPr lang="en-US" sz="2100" kern="1200" dirty="0"/>
        </a:p>
      </dsp:txBody>
      <dsp:txXfrm>
        <a:off x="3962257" y="2561485"/>
        <a:ext cx="1799515" cy="1079709"/>
      </dsp:txXfrm>
    </dsp:sp>
    <dsp:sp modelId="{D99DD03B-132B-4DE9-A4ED-C9D61EF83CE3}">
      <dsp:nvSpPr>
        <dsp:cNvPr id="0" name=""/>
        <dsp:cNvSpPr/>
      </dsp:nvSpPr>
      <dsp:spPr>
        <a:xfrm>
          <a:off x="5941724" y="2561485"/>
          <a:ext cx="1799515" cy="10797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IoT Device</a:t>
          </a:r>
        </a:p>
      </dsp:txBody>
      <dsp:txXfrm>
        <a:off x="5941724" y="2561485"/>
        <a:ext cx="1799515" cy="1079709"/>
      </dsp:txXfrm>
    </dsp:sp>
    <dsp:sp modelId="{D4D3E33B-A578-41D3-AF0F-B8F8BC7ECB98}">
      <dsp:nvSpPr>
        <dsp:cNvPr id="0" name=""/>
        <dsp:cNvSpPr/>
      </dsp:nvSpPr>
      <dsp:spPr>
        <a:xfrm>
          <a:off x="7921191" y="2561485"/>
          <a:ext cx="1799515" cy="10797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Parking</a:t>
          </a:r>
          <a:endParaRPr lang="en-US" sz="2100" kern="1200" dirty="0"/>
        </a:p>
      </dsp:txBody>
      <dsp:txXfrm>
        <a:off x="7921191" y="2561485"/>
        <a:ext cx="1799515" cy="10797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C4A4B0-DE40-420B-A594-C4E7BA426441}" type="datetimeFigureOut">
              <a:rPr lang="en-MY" smtClean="0"/>
              <a:t>6/1/2026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F7665-6D53-4831-9F45-FEA8E2AAA7F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59157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F7665-6D53-4831-9F45-FEA8E2AAA7F2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0386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2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20696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395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9850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17715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041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759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98325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445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0240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7091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74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sql/sql-select-query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2639" y="1012536"/>
            <a:ext cx="4613300" cy="3163224"/>
          </a:xfrm>
        </p:spPr>
        <p:txBody>
          <a:bodyPr anchor="t">
            <a:normAutofit/>
          </a:bodyPr>
          <a:lstStyle/>
          <a:p>
            <a:pPr algn="l"/>
            <a:r>
              <a:rPr lang="en-US" sz="4800"/>
              <a:t>SQL and NoSQL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2638" y="4389120"/>
            <a:ext cx="4408228" cy="1192815"/>
          </a:xfrm>
        </p:spPr>
        <p:txBody>
          <a:bodyPr anchor="b">
            <a:normAutofit/>
          </a:bodyPr>
          <a:lstStyle/>
          <a:p>
            <a:pPr algn="l"/>
            <a:r>
              <a:rPr lang="en-US" dirty="0"/>
              <a:t>KALPANA KANTHASAMY</a:t>
            </a: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2" r="41496" b="-2"/>
          <a:stretch>
            <a:fillRect/>
          </a:stretch>
        </p:blipFill>
        <p:spPr>
          <a:xfrm>
            <a:off x="6096000" y="1012536"/>
            <a:ext cx="4756162" cy="4756162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314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13AE7F-CE36-53E8-199D-33ACEF231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Ice breaking Session</a:t>
            </a:r>
            <a:endParaRPr lang="en-MY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DDFBC-B6A2-7D45-3752-E6F77621F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Let’s lighten up the mood.</a:t>
            </a:r>
          </a:p>
          <a:p>
            <a:pPr marL="0" indent="0">
              <a:buNone/>
            </a:pPr>
            <a:r>
              <a:rPr lang="en-US" sz="2000" dirty="0"/>
              <a:t>How was New Year…any goals you </a:t>
            </a:r>
            <a:r>
              <a:rPr lang="en-US" sz="2000" dirty="0" err="1"/>
              <a:t>wanna</a:t>
            </a:r>
            <a:r>
              <a:rPr lang="en-US" sz="2000" dirty="0"/>
              <a:t> share..</a:t>
            </a:r>
          </a:p>
          <a:p>
            <a:pPr marL="0" indent="0">
              <a:buNone/>
            </a:pPr>
            <a:r>
              <a:rPr lang="en-US" sz="2000" dirty="0" err="1"/>
              <a:t>Favourite</a:t>
            </a:r>
            <a:r>
              <a:rPr lang="en-US" sz="2000" dirty="0"/>
              <a:t> place you would like to visit or that you have visited. </a:t>
            </a: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4236808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TYPES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48573C5-D73F-4D75-FD08-C5AFF36C33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8554275"/>
              </p:ext>
            </p:extLst>
          </p:nvPr>
        </p:nvGraphicFramePr>
        <p:xfrm>
          <a:off x="432225" y="2056188"/>
          <a:ext cx="11327551" cy="431556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532909">
                  <a:extLst>
                    <a:ext uri="{9D8B030D-6E8A-4147-A177-3AD203B41FA5}">
                      <a16:colId xmlns:a16="http://schemas.microsoft.com/office/drawing/2014/main" val="889222143"/>
                    </a:ext>
                  </a:extLst>
                </a:gridCol>
                <a:gridCol w="2758039">
                  <a:extLst>
                    <a:ext uri="{9D8B030D-6E8A-4147-A177-3AD203B41FA5}">
                      <a16:colId xmlns:a16="http://schemas.microsoft.com/office/drawing/2014/main" val="3036155813"/>
                    </a:ext>
                  </a:extLst>
                </a:gridCol>
                <a:gridCol w="2249252">
                  <a:extLst>
                    <a:ext uri="{9D8B030D-6E8A-4147-A177-3AD203B41FA5}">
                      <a16:colId xmlns:a16="http://schemas.microsoft.com/office/drawing/2014/main" val="4168489325"/>
                    </a:ext>
                  </a:extLst>
                </a:gridCol>
                <a:gridCol w="3787351">
                  <a:extLst>
                    <a:ext uri="{9D8B030D-6E8A-4147-A177-3AD203B41FA5}">
                      <a16:colId xmlns:a16="http://schemas.microsoft.com/office/drawing/2014/main" val="3171723026"/>
                    </a:ext>
                  </a:extLst>
                </a:gridCol>
              </a:tblGrid>
              <a:tr h="285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900" b="1" cap="all" spc="60">
                          <a:solidFill>
                            <a:schemeClr val="tx1"/>
                          </a:solidFill>
                        </a:rPr>
                        <a:t>Data Type</a:t>
                      </a:r>
                    </a:p>
                  </a:txBody>
                  <a:tcPr marL="71978" marR="43187" marT="64801" marB="6480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900" b="1" cap="all" spc="6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71978" marR="43187" marT="64801" marB="6480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900" b="1" cap="all" spc="6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marL="71978" marR="43187" marT="64801" marB="6480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900" b="1" cap="all" spc="60">
                          <a:solidFill>
                            <a:schemeClr val="tx1"/>
                          </a:solidFill>
                        </a:rPr>
                        <a:t>Notes</a:t>
                      </a:r>
                    </a:p>
                  </a:txBody>
                  <a:tcPr marL="71978" marR="43187" marT="64801" marB="6480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590506"/>
                  </a:ext>
                </a:extLst>
              </a:tr>
              <a:tr h="30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b="1" cap="none" spc="0" dirty="0">
                          <a:solidFill>
                            <a:schemeClr val="tx1"/>
                          </a:solidFill>
                        </a:rPr>
                        <a:t>INT / INTEGER</a:t>
                      </a:r>
                      <a:endParaRPr lang="en-MY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1978" marR="43187" marT="43187" marB="6480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Integer numbers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10, -50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Often used for IDs, counters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809477"/>
                  </a:ext>
                </a:extLst>
              </a:tr>
              <a:tr h="30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b="1" cap="none" spc="0">
                          <a:solidFill>
                            <a:schemeClr val="tx1"/>
                          </a:solidFill>
                        </a:rPr>
                        <a:t>BIGINT</a:t>
                      </a:r>
                      <a:endParaRPr lang="en-MY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978" marR="43187" marT="43187" marB="6480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Large integers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1234567890123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Useful for very large numbers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556795"/>
                  </a:ext>
                </a:extLst>
              </a:tr>
              <a:tr h="30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b="1" cap="none" spc="0" dirty="0">
                          <a:solidFill>
                            <a:schemeClr val="tx1"/>
                          </a:solidFill>
                        </a:rPr>
                        <a:t>SMALLINT</a:t>
                      </a:r>
                      <a:endParaRPr lang="en-MY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1978" marR="43187" marT="43187" marB="6480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Small integers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Saves storage for small ranges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231510"/>
                  </a:ext>
                </a:extLst>
              </a:tr>
              <a:tr h="30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b="1" cap="none" spc="0" dirty="0">
                          <a:solidFill>
                            <a:schemeClr val="tx1"/>
                          </a:solidFill>
                        </a:rPr>
                        <a:t>DECIMAL / NUMERIC(</a:t>
                      </a:r>
                      <a:r>
                        <a:rPr lang="en-MY" sz="1100" b="1" cap="none" spc="0" dirty="0" err="1">
                          <a:solidFill>
                            <a:schemeClr val="tx1"/>
                          </a:solidFill>
                        </a:rPr>
                        <a:t>p,s</a:t>
                      </a:r>
                      <a:r>
                        <a:rPr lang="en-MY" sz="1100" b="1" cap="none" spc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MY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1978" marR="43187" marT="43187" marB="6480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Exact numeric with precision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 dirty="0">
                          <a:solidFill>
                            <a:schemeClr val="tx1"/>
                          </a:solidFill>
                        </a:rPr>
                        <a:t>123.45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 = total digits, 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s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 = digits after decimal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854637"/>
                  </a:ext>
                </a:extLst>
              </a:tr>
              <a:tr h="30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b="1" cap="none" spc="0" dirty="0">
                          <a:solidFill>
                            <a:schemeClr val="tx1"/>
                          </a:solidFill>
                        </a:rPr>
                        <a:t>FLOAT / REAL / DOUBLE</a:t>
                      </a:r>
                      <a:endParaRPr lang="en-MY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1978" marR="43187" marT="43187" marB="6480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 dirty="0">
                          <a:solidFill>
                            <a:schemeClr val="tx1"/>
                          </a:solidFill>
                        </a:rPr>
                        <a:t>Approximate numeric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123.456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Can have rounding errors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619966"/>
                  </a:ext>
                </a:extLst>
              </a:tr>
              <a:tr h="30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b="1" cap="none" spc="0" dirty="0">
                          <a:solidFill>
                            <a:schemeClr val="tx1"/>
                          </a:solidFill>
                        </a:rPr>
                        <a:t>CHAR(n)</a:t>
                      </a:r>
                      <a:endParaRPr lang="en-MY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1978" marR="43187" marT="43187" marB="6480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Fixed-length string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'Hello '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Always uses 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n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 characters, pads if shorter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380414"/>
                  </a:ext>
                </a:extLst>
              </a:tr>
              <a:tr h="30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b="1" cap="none" spc="0" dirty="0">
                          <a:solidFill>
                            <a:schemeClr val="tx1"/>
                          </a:solidFill>
                        </a:rPr>
                        <a:t>VARCHAR(n)</a:t>
                      </a:r>
                      <a:endParaRPr lang="en-MY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1978" marR="43187" marT="43187" marB="6480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Variable-length string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'Hello'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Up to </a:t>
                      </a:r>
                      <a:r>
                        <a:rPr lang="en-US" sz="11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n</a:t>
                      </a:r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 characters, efficient storage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66273"/>
                  </a:ext>
                </a:extLst>
              </a:tr>
              <a:tr h="30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b="1" cap="none" spc="0" dirty="0">
                          <a:solidFill>
                            <a:schemeClr val="tx1"/>
                          </a:solidFill>
                        </a:rPr>
                        <a:t>TEXT / CLOB</a:t>
                      </a:r>
                      <a:endParaRPr lang="en-MY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1978" marR="43187" marT="43187" marB="6480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Large text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'Lorem ipsum...'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Used for long text fields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586834"/>
                  </a:ext>
                </a:extLst>
              </a:tr>
              <a:tr h="30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b="1" cap="none" spc="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MY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1978" marR="43187" marT="43187" marB="6480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'2026-01-06'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Format depends on DBMS (YYYY-MM-DD)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585623"/>
                  </a:ext>
                </a:extLst>
              </a:tr>
              <a:tr h="30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b="1" cap="none" spc="0" dirty="0">
                          <a:solidFill>
                            <a:schemeClr val="tx1"/>
                          </a:solidFill>
                        </a:rPr>
                        <a:t>TIME</a:t>
                      </a:r>
                      <a:endParaRPr lang="en-MY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1978" marR="43187" marT="43187" marB="6480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Time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'14:30:00'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HH:MM:SS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429899"/>
                  </a:ext>
                </a:extLst>
              </a:tr>
              <a:tr h="30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b="1" cap="none" spc="0" dirty="0">
                          <a:solidFill>
                            <a:schemeClr val="tx1"/>
                          </a:solidFill>
                        </a:rPr>
                        <a:t>DATETIME / TIMESTAMP</a:t>
                      </a:r>
                      <a:endParaRPr lang="en-MY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1978" marR="43187" marT="43187" marB="6480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Date and time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'2026-01-06 14:30:00'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Includes both date and time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477714"/>
                  </a:ext>
                </a:extLst>
              </a:tr>
              <a:tr h="349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b="1" cap="none" spc="0" dirty="0">
                          <a:solidFill>
                            <a:schemeClr val="tx1"/>
                          </a:solidFill>
                        </a:rPr>
                        <a:t>BOOLEAN / BIT</a:t>
                      </a:r>
                      <a:endParaRPr lang="en-MY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1978" marR="43187" marT="43187" marB="6480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True/False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 dirty="0">
                          <a:solidFill>
                            <a:schemeClr val="tx1"/>
                          </a:solidFill>
                        </a:rPr>
                        <a:t>TRUE, FALSE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1 or 0 in some DBMS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60770"/>
                  </a:ext>
                </a:extLst>
              </a:tr>
              <a:tr h="30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b="1" cap="none" spc="0" dirty="0">
                          <a:solidFill>
                            <a:schemeClr val="tx1"/>
                          </a:solidFill>
                        </a:rPr>
                        <a:t>BLOB / BINARY</a:t>
                      </a:r>
                      <a:endParaRPr lang="en-MY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1978" marR="43187" marT="43187" marB="6480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Binary data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>
                          <a:solidFill>
                            <a:schemeClr val="tx1"/>
                          </a:solidFill>
                        </a:rPr>
                        <a:t>Image, file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 cap="none" spc="0" dirty="0">
                          <a:solidFill>
                            <a:schemeClr val="tx1"/>
                          </a:solidFill>
                        </a:rPr>
                        <a:t>For storing images, files, etc.</a:t>
                      </a:r>
                    </a:p>
                  </a:txBody>
                  <a:tcPr marL="71978" marR="43187" marT="43187" marB="648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105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37C588-B6D8-7EAD-E23B-D1DD38B6D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NULL and NOT NULL	</a:t>
            </a:r>
            <a:endParaRPr lang="en-MY" sz="4000" dirty="0">
              <a:solidFill>
                <a:srgbClr val="FFFF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BF8F61-7C22-0D92-C963-BE8C734AA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What is NULL in SQL?</a:t>
            </a:r>
          </a:p>
          <a:p>
            <a:r>
              <a:rPr lang="en-US" sz="2000" dirty="0"/>
              <a:t>NULL represents </a:t>
            </a:r>
            <a:r>
              <a:rPr lang="en-US" sz="2000" b="1" dirty="0"/>
              <a:t>missing, unknown, or undefined data</a:t>
            </a:r>
            <a:r>
              <a:rPr lang="en-US" sz="2000" dirty="0"/>
              <a:t> in a database.</a:t>
            </a:r>
          </a:p>
          <a:p>
            <a:r>
              <a:rPr lang="en-US" sz="2000" dirty="0"/>
              <a:t>It is </a:t>
            </a:r>
            <a:r>
              <a:rPr lang="en-US" sz="2000" b="1" dirty="0"/>
              <a:t>not the same as 0, empty string, or false</a:t>
            </a:r>
            <a:r>
              <a:rPr lang="en-US" sz="2000" dirty="0"/>
              <a:t>.</a:t>
            </a:r>
          </a:p>
          <a:p>
            <a:r>
              <a:rPr lang="en-US" sz="2000" dirty="0"/>
              <a:t>A column can contain NULL if it is allowed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What is NOT NULL in SQL?</a:t>
            </a:r>
          </a:p>
          <a:p>
            <a:r>
              <a:rPr lang="en-US" sz="2000" dirty="0"/>
              <a:t>NOT NULL is a </a:t>
            </a:r>
            <a:r>
              <a:rPr lang="en-US" sz="2000" b="1" dirty="0"/>
              <a:t>constraint</a:t>
            </a:r>
            <a:r>
              <a:rPr lang="en-US" sz="2000" dirty="0"/>
              <a:t> that ensures a column </a:t>
            </a:r>
            <a:r>
              <a:rPr lang="en-US" sz="2000" b="1" dirty="0"/>
              <a:t>must always have a value</a:t>
            </a:r>
            <a:r>
              <a:rPr lang="en-US" sz="2000" dirty="0"/>
              <a:t>.</a:t>
            </a:r>
          </a:p>
          <a:p>
            <a:r>
              <a:rPr lang="en-US" sz="2000" dirty="0"/>
              <a:t>The database will </a:t>
            </a:r>
            <a:r>
              <a:rPr lang="en-US" sz="2000" b="1" dirty="0"/>
              <a:t>reject any attempt to insert a NULL</a:t>
            </a:r>
            <a:r>
              <a:rPr lang="en-US" sz="2000" dirty="0"/>
              <a:t> into that column.</a:t>
            </a:r>
          </a:p>
          <a:p>
            <a:pPr marL="0" indent="0">
              <a:buNone/>
            </a:pP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2641267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14A0CA-2FD5-0D17-5051-B6C2AF2B3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CA5E52-9356-DF00-80DC-438161ADA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NULL and NOT NULL	</a:t>
            </a:r>
            <a:endParaRPr lang="en-MY" sz="4000">
              <a:solidFill>
                <a:srgbClr val="FFFFFF"/>
              </a:solidFill>
            </a:endParaRPr>
          </a:p>
        </p:txBody>
      </p:sp>
      <p:graphicFrame>
        <p:nvGraphicFramePr>
          <p:cNvPr id="32" name="Content Placeholder 4">
            <a:extLst>
              <a:ext uri="{FF2B5EF4-FFF2-40B4-BE49-F238E27FC236}">
                <a16:creationId xmlns:a16="http://schemas.microsoft.com/office/drawing/2014/main" id="{AED9F1A1-8D3A-6F55-DBF4-85FE6CAFC6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450957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20393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86CC9B-BCF9-387E-44D8-D9F11F68C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Exercise – Design a Table (5 to 10 minutes)</a:t>
            </a:r>
            <a:endParaRPr lang="en-MY" sz="4000" dirty="0">
              <a:solidFill>
                <a:srgbClr val="FFFFFF"/>
              </a:solidFill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E8A246CC-EA90-DD4F-6AE4-293B50444E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1463695"/>
              </p:ext>
            </p:extLst>
          </p:nvPr>
        </p:nvGraphicFramePr>
        <p:xfrm>
          <a:off x="1371599" y="2318197"/>
          <a:ext cx="9724031" cy="3683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2861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CCCCED-DFDE-DC0D-2DB9-7127DE59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Exercise – Design a Table (5 to 10 minutes)</a:t>
            </a:r>
            <a:endParaRPr lang="en-MY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4F204-1375-68BE-6104-855C92F44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Imagine you are the consultant who is creating the </a:t>
            </a:r>
            <a:r>
              <a:rPr lang="en-US" sz="2000" dirty="0" err="1"/>
              <a:t>table..this</a:t>
            </a:r>
            <a:r>
              <a:rPr lang="en-US" sz="2000" dirty="0"/>
              <a:t> is just one of the 100s tables that you would create, but let’s start with this : -</a:t>
            </a:r>
          </a:p>
          <a:p>
            <a:r>
              <a:rPr lang="en-US" sz="2000" dirty="0"/>
              <a:t>Table Name</a:t>
            </a:r>
          </a:p>
          <a:p>
            <a:r>
              <a:rPr lang="en-US" sz="2000" dirty="0"/>
              <a:t>What does the table do</a:t>
            </a:r>
          </a:p>
          <a:p>
            <a:r>
              <a:rPr lang="en-US" sz="2000" dirty="0"/>
              <a:t>At least 5 columns</a:t>
            </a:r>
          </a:p>
          <a:p>
            <a:r>
              <a:rPr lang="en-US" sz="2000" dirty="0" err="1"/>
              <a:t>DataTypes</a:t>
            </a:r>
            <a:r>
              <a:rPr lang="en-US" sz="2000" dirty="0"/>
              <a:t> of each column</a:t>
            </a:r>
          </a:p>
          <a:p>
            <a:r>
              <a:rPr lang="en-US" sz="2000" dirty="0"/>
              <a:t>Which one would you consider the primary key and why</a:t>
            </a:r>
          </a:p>
          <a:p>
            <a:r>
              <a:rPr lang="en-US" sz="2000" dirty="0"/>
              <a:t>You can do it on Excel or Notepad or even type it on the chat box</a:t>
            </a: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726238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22A967-181F-21DE-B2D4-A8A7C7964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Who is Selecting what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8AD52304-57FC-B629-A937-3B034583A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Questions">
            <a:extLst>
              <a:ext uri="{FF2B5EF4-FFF2-40B4-BE49-F238E27FC236}">
                <a16:creationId xmlns:a16="http://schemas.microsoft.com/office/drawing/2014/main" id="{712F306C-FF18-40D6-A9EE-F36CC3401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D89B20-26AE-2842-4D03-E906C92B6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017132"/>
              </p:ext>
            </p:extLst>
          </p:nvPr>
        </p:nvGraphicFramePr>
        <p:xfrm>
          <a:off x="3458214" y="92765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1492755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36402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Domain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0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Sabrina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Social Media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931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Lara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Health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686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Alia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Credit Cards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821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Yasmin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Loan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549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Fatin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Transactions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14591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14E71B-1EE9-FA1E-3784-1D31F933A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462604"/>
              </p:ext>
            </p:extLst>
          </p:nvPr>
        </p:nvGraphicFramePr>
        <p:xfrm>
          <a:off x="3458214" y="4146605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1492755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36402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Domain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0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Adi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Income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931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Hanis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686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821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549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145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1561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36B0E-686A-18F9-12E3-576B48377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MY" b="1" dirty="0">
                <a:solidFill>
                  <a:schemeClr val="bg1"/>
                </a:solidFill>
              </a:rPr>
              <a:t>Tables and Schema</a:t>
            </a:r>
            <a:endParaRPr lang="en-MY" sz="40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E86FC-EF8A-1AC6-CF9E-C2D795C9A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4254035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Schema in SQL Server</a:t>
            </a:r>
          </a:p>
          <a:p>
            <a:r>
              <a:rPr lang="en-US" sz="2000" dirty="0"/>
              <a:t>A </a:t>
            </a:r>
            <a:r>
              <a:rPr lang="en-US" sz="2000" b="1" dirty="0"/>
              <a:t>schema</a:t>
            </a:r>
            <a:r>
              <a:rPr lang="en-US" sz="2000" dirty="0"/>
              <a:t> is a </a:t>
            </a:r>
            <a:r>
              <a:rPr lang="en-US" sz="2000" b="1" dirty="0"/>
              <a:t>logical container</a:t>
            </a:r>
            <a:r>
              <a:rPr lang="en-US" sz="2000" dirty="0"/>
              <a:t> that organizes database objects such as:</a:t>
            </a:r>
          </a:p>
          <a:p>
            <a:r>
              <a:rPr lang="en-US" sz="2000" dirty="0"/>
              <a:t>Tables</a:t>
            </a:r>
          </a:p>
          <a:p>
            <a:r>
              <a:rPr lang="en-US" sz="2000" dirty="0"/>
              <a:t>Views</a:t>
            </a:r>
          </a:p>
          <a:p>
            <a:r>
              <a:rPr lang="en-US" sz="2000" dirty="0"/>
              <a:t>Stored Procedures</a:t>
            </a:r>
          </a:p>
          <a:p>
            <a:r>
              <a:rPr lang="en-US" sz="2000" dirty="0"/>
              <a:t>Functions</a:t>
            </a:r>
          </a:p>
          <a:p>
            <a:r>
              <a:rPr lang="en-US" sz="2000" dirty="0"/>
              <a:t>📁 </a:t>
            </a:r>
            <a:r>
              <a:rPr lang="en-US" sz="2000" b="1" dirty="0"/>
              <a:t>Schema = Folder</a:t>
            </a:r>
            <a:br>
              <a:rPr lang="en-US" sz="2000" dirty="0"/>
            </a:br>
            <a:r>
              <a:rPr lang="en-US" sz="2000" dirty="0"/>
              <a:t>📄 </a:t>
            </a:r>
            <a:r>
              <a:rPr lang="en-US" sz="2000" b="1" dirty="0"/>
              <a:t>Table = File inside the folder</a:t>
            </a:r>
            <a:endParaRPr lang="en-US" sz="20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Default Schema</a:t>
            </a:r>
          </a:p>
          <a:p>
            <a:r>
              <a:rPr lang="en-US" sz="2000" dirty="0"/>
              <a:t>The default schema in SQL Server is </a:t>
            </a:r>
            <a:r>
              <a:rPr lang="en-US" b="1" dirty="0" err="1"/>
              <a:t>dbo</a:t>
            </a:r>
            <a:endParaRPr lang="en-US" sz="2000" dirty="0"/>
          </a:p>
          <a:p>
            <a:r>
              <a:rPr lang="en-US" sz="2000" dirty="0"/>
              <a:t>If no schema is specified, SQL Server uses </a:t>
            </a:r>
            <a:r>
              <a:rPr lang="en-US" dirty="0" err="1"/>
              <a:t>dbo</a:t>
            </a:r>
            <a:endParaRPr lang="en-US" sz="2000" dirty="0"/>
          </a:p>
          <a:p>
            <a:pPr marL="0" indent="0">
              <a:buNone/>
            </a:pP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3710958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2A57C1-40D1-5161-4E7F-E1E0D7AC2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MY" sz="4000" b="1" dirty="0">
                <a:solidFill>
                  <a:schemeClr val="bg1"/>
                </a:solidFill>
              </a:rPr>
              <a:t>SQL Interview Questions</a:t>
            </a:r>
            <a:endParaRPr lang="en-MY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C4414-FAEB-48DE-CD23-2E0CD1CED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What is a query in SQL?</a:t>
            </a:r>
          </a:p>
          <a:p>
            <a:pPr marL="0" indent="0">
              <a:buNone/>
            </a:pPr>
            <a:r>
              <a:rPr lang="en-US" dirty="0"/>
              <a:t>A query is a SQL statement used to retrieve, update, or manipulate data in a database. The most common type of query is a </a:t>
            </a:r>
            <a:r>
              <a:rPr lang="en-US" u="sng" dirty="0">
                <a:hlinkClick r:id="rId2"/>
              </a:rPr>
              <a:t>SELECT statement</a:t>
            </a:r>
            <a:r>
              <a:rPr lang="en-US" dirty="0"/>
              <a:t>, which fetches data from one or more tables based on specified conditions.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What are the main types of SQL commands?</a:t>
            </a:r>
          </a:p>
          <a:p>
            <a:pPr marL="0" indent="0" fontAlgn="base">
              <a:buNone/>
            </a:pPr>
            <a:r>
              <a:rPr lang="en-MY" dirty="0"/>
              <a:t>SQL commands are broadly classified into:</a:t>
            </a:r>
          </a:p>
          <a:p>
            <a:pPr fontAlgn="base"/>
            <a:r>
              <a:rPr lang="en-MY" b="1" dirty="0"/>
              <a:t>DDL (Data Definition Language): CREATE, ALTER, DROP, TRUNCATE.</a:t>
            </a:r>
          </a:p>
          <a:p>
            <a:pPr fontAlgn="base"/>
            <a:r>
              <a:rPr lang="en-MY" b="1" dirty="0"/>
              <a:t>DML (Data Manipulation Language): SELECT, INSERT, UPDATE, DELETE.</a:t>
            </a:r>
          </a:p>
          <a:p>
            <a:pPr fontAlgn="base"/>
            <a:r>
              <a:rPr lang="en-MY" dirty="0"/>
              <a:t>DCL (Data Control Language): GRANT, REVOKE.</a:t>
            </a:r>
          </a:p>
          <a:p>
            <a:pPr fontAlgn="base"/>
            <a:r>
              <a:rPr lang="en-MY" dirty="0"/>
              <a:t>TCL (Transaction Control Language): COMMIT, ROLLBACK, SAVEPOINT.</a:t>
            </a:r>
          </a:p>
          <a:p>
            <a:pPr marL="0" indent="0">
              <a:buNone/>
            </a:pP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186220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1C7167-ACD6-DFF5-E4D2-34DD4A63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MY" sz="4000" b="1" dirty="0">
                <a:solidFill>
                  <a:schemeClr val="bg1"/>
                </a:solidFill>
              </a:rPr>
              <a:t>SQL Interview Questions</a:t>
            </a:r>
            <a:endParaRPr lang="en-MY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85F1-CFF9-6F89-4420-01DBE7413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77500" lnSpcReduction="20000"/>
          </a:bodyPr>
          <a:lstStyle/>
          <a:p>
            <a:pPr marL="0" indent="0" fontAlgn="base">
              <a:buNone/>
            </a:pPr>
            <a:r>
              <a:rPr lang="en-US" sz="2000" b="1" dirty="0"/>
              <a:t>What are the types of constraints in SQL?</a:t>
            </a:r>
          </a:p>
          <a:p>
            <a:pPr marL="0" indent="0" fontAlgn="base">
              <a:buNone/>
            </a:pPr>
            <a:r>
              <a:rPr lang="en-US" sz="2000" dirty="0"/>
              <a:t>Common constraints include:</a:t>
            </a:r>
          </a:p>
          <a:p>
            <a:pPr fontAlgn="base"/>
            <a:r>
              <a:rPr lang="en-US" sz="2000" b="1" dirty="0"/>
              <a:t>NOT NULL:</a:t>
            </a:r>
            <a:r>
              <a:rPr lang="en-US" sz="2000" dirty="0"/>
              <a:t> Ensures a column cannot have NULL values.</a:t>
            </a:r>
          </a:p>
          <a:p>
            <a:pPr fontAlgn="base"/>
            <a:r>
              <a:rPr lang="en-US" sz="2000" b="1" dirty="0"/>
              <a:t>UNIQUE:</a:t>
            </a:r>
            <a:r>
              <a:rPr lang="en-US" sz="2000" dirty="0"/>
              <a:t> Ensures all values in a column are distinct.</a:t>
            </a:r>
          </a:p>
          <a:p>
            <a:pPr fontAlgn="base"/>
            <a:r>
              <a:rPr lang="en-US" sz="2000" b="1" dirty="0"/>
              <a:t>PRIMARY KEY:</a:t>
            </a:r>
            <a:r>
              <a:rPr lang="en-US" sz="2000" dirty="0"/>
              <a:t> Uniquely identifies each row in a table.</a:t>
            </a:r>
          </a:p>
          <a:p>
            <a:pPr fontAlgn="base"/>
            <a:r>
              <a:rPr lang="en-US" sz="2000" b="1" dirty="0"/>
              <a:t>FOREIGN KEY:</a:t>
            </a:r>
            <a:r>
              <a:rPr lang="en-US" sz="2000" dirty="0"/>
              <a:t> Ensures referential integrity by linking to a primary key in another table.</a:t>
            </a:r>
          </a:p>
          <a:p>
            <a:pPr fontAlgn="base"/>
            <a:r>
              <a:rPr lang="en-US" sz="2000" b="1" dirty="0"/>
              <a:t>CHECK:</a:t>
            </a:r>
            <a:r>
              <a:rPr lang="en-US" sz="2000" dirty="0"/>
              <a:t> Ensures that all values in a column satisfy a specific condition.</a:t>
            </a:r>
          </a:p>
          <a:p>
            <a:pPr fontAlgn="base"/>
            <a:r>
              <a:rPr lang="en-US" sz="2000" b="1" dirty="0"/>
              <a:t>DEFAULT:</a:t>
            </a:r>
            <a:r>
              <a:rPr lang="en-US" sz="2000" dirty="0"/>
              <a:t> Sets a default value for a column when no value is specified.</a:t>
            </a:r>
          </a:p>
          <a:p>
            <a:pPr marL="0" indent="0" fontAlgn="base">
              <a:buNone/>
            </a:pPr>
            <a:endParaRPr lang="en-US" sz="2000" dirty="0"/>
          </a:p>
          <a:p>
            <a:pPr marL="0" indent="0" fontAlgn="base">
              <a:buNone/>
            </a:pPr>
            <a:r>
              <a:rPr lang="en-US" b="1" dirty="0"/>
              <a:t>What are NULL values in SQL?</a:t>
            </a:r>
          </a:p>
          <a:p>
            <a:pPr fontAlgn="base"/>
            <a:r>
              <a:rPr lang="en-US" dirty="0"/>
              <a:t>NULL represents a missing or unknown value. It is different from zero or an empty string. NULL values indicate that the data is not available or applicable.</a:t>
            </a:r>
          </a:p>
          <a:p>
            <a:pPr marL="0" indent="0" fontAlgn="base">
              <a:buNone/>
            </a:pPr>
            <a:endParaRPr lang="en-US" sz="2000" dirty="0"/>
          </a:p>
          <a:p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677612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28292-83FA-418D-9E05-3852F62F5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MY" sz="4000" b="1" dirty="0">
                <a:solidFill>
                  <a:schemeClr val="bg1"/>
                </a:solidFill>
              </a:rPr>
              <a:t>Application/SQL Interview Questions</a:t>
            </a:r>
            <a:endParaRPr lang="en-MY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2B093-1ABB-55C3-0CE2-D871FEAC2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Design a table for an application, the interviewer will give you an application and he/she would expect you to come up with the database schema and a form and how these 2 connect? </a:t>
            </a:r>
          </a:p>
          <a:p>
            <a:r>
              <a:rPr lang="en-US" sz="2000" dirty="0"/>
              <a:t>If the user uploads an image, what’s the right way of storing the image into the database? </a:t>
            </a: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2493384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229</TotalTime>
  <Words>913</Words>
  <Application>Microsoft Office PowerPoint</Application>
  <PresentationFormat>Widescreen</PresentationFormat>
  <Paragraphs>161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Courier New</vt:lpstr>
      <vt:lpstr>Office 2013 - 2022 Theme</vt:lpstr>
      <vt:lpstr>SQL and NoSQL</vt:lpstr>
      <vt:lpstr>Ice breaking Session</vt:lpstr>
      <vt:lpstr>DATA TYPES</vt:lpstr>
      <vt:lpstr>NULL and NOT NULL </vt:lpstr>
      <vt:lpstr>NULL and NOT NULL </vt:lpstr>
      <vt:lpstr>Exercise – Design a Table (5 to 10 minutes)</vt:lpstr>
      <vt:lpstr>Exercise – Design a Table (5 to 10 minutes)</vt:lpstr>
      <vt:lpstr>Who is Selecting what</vt:lpstr>
      <vt:lpstr>Tables and Schema</vt:lpstr>
      <vt:lpstr>SQL Interview Questions</vt:lpstr>
      <vt:lpstr>SQL Interview Questions</vt:lpstr>
      <vt:lpstr>Application/SQL Interview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Kalpana Kanthasamy</dc:creator>
  <cp:lastModifiedBy>Kalpana Kanthasamy</cp:lastModifiedBy>
  <cp:revision>17</cp:revision>
  <dcterms:created xsi:type="dcterms:W3CDTF">2026-01-06T10:23:55Z</dcterms:created>
  <dcterms:modified xsi:type="dcterms:W3CDTF">2026-01-06T14:36:26Z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